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lbert Sans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822010-0F8A-4959-954B-02B9766AEAB8}">
  <a:tblStyle styleId="{DA822010-0F8A-4959-954B-02B9766AEA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22" Type="http://schemas.openxmlformats.org/officeDocument/2006/relationships/font" Target="fonts/DMSans-boldItalic.fntdata"/><Relationship Id="rId21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lbertSans-regular.fntdata"/><Relationship Id="rId14" Type="http://schemas.openxmlformats.org/officeDocument/2006/relationships/slide" Target="slides/slide8.xml"/><Relationship Id="rId17" Type="http://schemas.openxmlformats.org/officeDocument/2006/relationships/font" Target="fonts/AlbertSans-italic.fntdata"/><Relationship Id="rId16" Type="http://schemas.openxmlformats.org/officeDocument/2006/relationships/font" Target="fonts/AlbertSans-bold.fntdata"/><Relationship Id="rId19" Type="http://schemas.openxmlformats.org/officeDocument/2006/relationships/font" Target="fonts/DMSans-regular.fntdata"/><Relationship Id="rId18" Type="http://schemas.openxmlformats.org/officeDocument/2006/relationships/font" Target="fonts/Albert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40a031cda5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40a031cda5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40a031cda5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40a031cda5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h7889745f978613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h7889745f978613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8075" y="301209"/>
            <a:ext cx="8691424" cy="4645767"/>
            <a:chOff x="258075" y="301209"/>
            <a:chExt cx="8691424" cy="464576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58075" y="301209"/>
              <a:ext cx="8627275" cy="4645767"/>
              <a:chOff x="258075" y="301209"/>
              <a:chExt cx="8627275" cy="464576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585394" y="28075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7024950" y="374473"/>
                <a:ext cx="114150" cy="114196"/>
                <a:chOff x="-685100" y="4136737"/>
                <a:chExt cx="38359" cy="383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8771200" y="1615548"/>
                <a:ext cx="114150" cy="114196"/>
                <a:chOff x="-685100" y="4136737"/>
                <a:chExt cx="38359" cy="38359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" name="Google Shape;18;p2"/>
              <p:cNvSpPr/>
              <p:nvPr/>
            </p:nvSpPr>
            <p:spPr>
              <a:xfrm>
                <a:off x="258075" y="48476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51881" y="459679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00426" y="538456"/>
                <a:ext cx="89032" cy="89191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51886" y="301209"/>
                <a:ext cx="418657" cy="26503"/>
              </a:xfrm>
              <a:custGeom>
                <a:rect b="b" l="l" r="r" t="t"/>
                <a:pathLst>
                  <a:path extrusionOk="0" fill="none" h="167" w="2638">
                    <a:moveTo>
                      <a:pt x="0" y="1"/>
                    </a:moveTo>
                    <a:cubicBezTo>
                      <a:pt x="216" y="1"/>
                      <a:pt x="216" y="167"/>
                      <a:pt x="438" y="167"/>
                    </a:cubicBezTo>
                    <a:cubicBezTo>
                      <a:pt x="661" y="167"/>
                      <a:pt x="661" y="1"/>
                      <a:pt x="877" y="1"/>
                    </a:cubicBezTo>
                    <a:cubicBezTo>
                      <a:pt x="1099" y="1"/>
                      <a:pt x="1099" y="167"/>
                      <a:pt x="1315" y="167"/>
                    </a:cubicBezTo>
                    <a:cubicBezTo>
                      <a:pt x="1537" y="167"/>
                      <a:pt x="1537" y="1"/>
                      <a:pt x="1762" y="1"/>
                    </a:cubicBezTo>
                    <a:cubicBezTo>
                      <a:pt x="1977" y="1"/>
                      <a:pt x="1977" y="167"/>
                      <a:pt x="2200" y="167"/>
                    </a:cubicBezTo>
                    <a:cubicBezTo>
                      <a:pt x="2422" y="167"/>
                      <a:pt x="2422" y="1"/>
                      <a:pt x="2638" y="1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8530365" y="3457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201177" y="366922"/>
            <a:ext cx="8734643" cy="4630271"/>
            <a:chOff x="201177" y="366922"/>
            <a:chExt cx="8734643" cy="4630271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201177" y="471879"/>
              <a:ext cx="8734643" cy="4525314"/>
              <a:chOff x="201177" y="471879"/>
              <a:chExt cx="8734643" cy="4525314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01027" y="4718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476060" y="11307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" name="Google Shape;30;p3"/>
              <p:cNvGrpSpPr/>
              <p:nvPr/>
            </p:nvGrpSpPr>
            <p:grpSpPr>
              <a:xfrm>
                <a:off x="201177" y="4781904"/>
                <a:ext cx="842275" cy="215289"/>
                <a:chOff x="201177" y="4781904"/>
                <a:chExt cx="842275" cy="215289"/>
              </a:xfrm>
            </p:grpSpPr>
            <p:sp>
              <p:nvSpPr>
                <p:cNvPr id="31" name="Google Shape;31;p3"/>
                <p:cNvSpPr/>
                <p:nvPr/>
              </p:nvSpPr>
              <p:spPr>
                <a:xfrm>
                  <a:off x="201177" y="47819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" name="Google Shape;32;p3"/>
                <p:cNvGrpSpPr/>
                <p:nvPr/>
              </p:nvGrpSpPr>
              <p:grpSpPr>
                <a:xfrm>
                  <a:off x="929303" y="48829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" name="Google Shape;33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" name="Google Shape;35;p3"/>
              <p:cNvSpPr/>
              <p:nvPr/>
            </p:nvSpPr>
            <p:spPr>
              <a:xfrm>
                <a:off x="8680375" y="7552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830760" y="2348372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>
              <a:off x="756840" y="3669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5365" y="45907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3"/>
          <p:cNvSpPr txBox="1"/>
          <p:nvPr>
            <p:ph hasCustomPrompt="1"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/>
          <p:nvPr>
            <p:ph idx="1" type="subTitle"/>
          </p:nvPr>
        </p:nvSpPr>
        <p:spPr>
          <a:xfrm>
            <a:off x="756850" y="3228675"/>
            <a:ext cx="4185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255310" y="200698"/>
            <a:ext cx="8775027" cy="4761865"/>
            <a:chOff x="255310" y="200698"/>
            <a:chExt cx="8775027" cy="476186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255310" y="200698"/>
              <a:ext cx="8698789" cy="4761865"/>
              <a:chOff x="255310" y="200698"/>
              <a:chExt cx="8698789" cy="4761865"/>
            </a:xfrm>
          </p:grpSpPr>
          <p:grpSp>
            <p:nvGrpSpPr>
              <p:cNvPr id="45" name="Google Shape;45;p4"/>
              <p:cNvGrpSpPr/>
              <p:nvPr/>
            </p:nvGrpSpPr>
            <p:grpSpPr>
              <a:xfrm>
                <a:off x="255310" y="200698"/>
                <a:ext cx="8664905" cy="4650763"/>
                <a:chOff x="255310" y="200698"/>
                <a:chExt cx="8664905" cy="465076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255310" y="47506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7" name="Google Shape;47;p4"/>
                <p:cNvGrpSpPr/>
                <p:nvPr/>
              </p:nvGrpSpPr>
              <p:grpSpPr>
                <a:xfrm>
                  <a:off x="8806065" y="2006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48" name="Google Shape;48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" name="Google Shape;50;p4"/>
                <p:cNvSpPr/>
                <p:nvPr/>
              </p:nvSpPr>
              <p:spPr>
                <a:xfrm>
                  <a:off x="8128102" y="381679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" name="Google Shape;51;p4"/>
              <p:cNvSpPr/>
              <p:nvPr/>
            </p:nvSpPr>
            <p:spPr>
              <a:xfrm>
                <a:off x="8534965" y="8415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98315" y="49360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" name="Google Shape;53;p4"/>
            <p:cNvSpPr/>
            <p:nvPr/>
          </p:nvSpPr>
          <p:spPr>
            <a:xfrm>
              <a:off x="8381200" y="4554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11203" y="43512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720000" y="1139550"/>
            <a:ext cx="7704000" cy="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171510" y="345675"/>
            <a:ext cx="9133914" cy="4639293"/>
            <a:chOff x="171510" y="345675"/>
            <a:chExt cx="9133914" cy="4639293"/>
          </a:xfrm>
        </p:grpSpPr>
        <p:sp>
          <p:nvSpPr>
            <p:cNvPr id="59" name="Google Shape;59;p5"/>
            <p:cNvSpPr/>
            <p:nvPr/>
          </p:nvSpPr>
          <p:spPr>
            <a:xfrm>
              <a:off x="171510" y="20796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372102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5053" y="24761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8579615" y="345675"/>
              <a:ext cx="725808" cy="600193"/>
              <a:chOff x="8579615" y="345675"/>
              <a:chExt cx="725808" cy="600193"/>
            </a:xfrm>
          </p:grpSpPr>
          <p:grpSp>
            <p:nvGrpSpPr>
              <p:cNvPr id="63" name="Google Shape;63;p5"/>
              <p:cNvGrpSpPr/>
              <p:nvPr/>
            </p:nvGrpSpPr>
            <p:grpSpPr>
              <a:xfrm>
                <a:off x="8579615" y="831673"/>
                <a:ext cx="114150" cy="114196"/>
                <a:chOff x="-685100" y="4136737"/>
                <a:chExt cx="38359" cy="38359"/>
              </a:xfrm>
            </p:grpSpPr>
            <p:sp>
              <p:nvSpPr>
                <p:cNvPr id="64" name="Google Shape;64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" name="Google Shape;66;p5"/>
              <p:cNvSpPr/>
              <p:nvPr/>
            </p:nvSpPr>
            <p:spPr>
              <a:xfrm>
                <a:off x="8787137" y="34567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886290" y="7181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8011640" y="4248354"/>
              <a:ext cx="872625" cy="736614"/>
              <a:chOff x="8011640" y="4248354"/>
              <a:chExt cx="872625" cy="736614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54090" y="42483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011640" y="47054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" name="Google Shape;71;p5"/>
              <p:cNvGrpSpPr/>
              <p:nvPr/>
            </p:nvGrpSpPr>
            <p:grpSpPr>
              <a:xfrm>
                <a:off x="8770115" y="4870773"/>
                <a:ext cx="114150" cy="114196"/>
                <a:chOff x="-685100" y="4136737"/>
                <a:chExt cx="38359" cy="38359"/>
              </a:xfrm>
            </p:grpSpPr>
            <p:sp>
              <p:nvSpPr>
                <p:cNvPr id="72" name="Google Shape;72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6132758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5"/>
          <p:cNvSpPr txBox="1"/>
          <p:nvPr>
            <p:ph idx="2" type="subTitle"/>
          </p:nvPr>
        </p:nvSpPr>
        <p:spPr>
          <a:xfrm>
            <a:off x="3317950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5"/>
          <p:cNvSpPr txBox="1"/>
          <p:nvPr>
            <p:ph idx="3" type="subTitle"/>
          </p:nvPr>
        </p:nvSpPr>
        <p:spPr>
          <a:xfrm>
            <a:off x="6132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8" name="Google Shape;78;p5"/>
          <p:cNvSpPr txBox="1"/>
          <p:nvPr>
            <p:ph idx="4" type="subTitle"/>
          </p:nvPr>
        </p:nvSpPr>
        <p:spPr>
          <a:xfrm>
            <a:off x="3317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35703" y="213535"/>
            <a:ext cx="8778375" cy="4765477"/>
            <a:chOff x="235703" y="213535"/>
            <a:chExt cx="8778375" cy="4765477"/>
          </a:xfrm>
        </p:grpSpPr>
        <p:grpSp>
          <p:nvGrpSpPr>
            <p:cNvPr id="81" name="Google Shape;81;p6"/>
            <p:cNvGrpSpPr/>
            <p:nvPr/>
          </p:nvGrpSpPr>
          <p:grpSpPr>
            <a:xfrm>
              <a:off x="235703" y="213535"/>
              <a:ext cx="990421" cy="603041"/>
              <a:chOff x="235703" y="213535"/>
              <a:chExt cx="990421" cy="603041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243212" y="7172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806990" y="257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4" name="Google Shape;84;p6"/>
              <p:cNvGrpSpPr/>
              <p:nvPr/>
            </p:nvGrpSpPr>
            <p:grpSpPr>
              <a:xfrm>
                <a:off x="235703" y="213535"/>
                <a:ext cx="114150" cy="114196"/>
                <a:chOff x="-685100" y="4136737"/>
                <a:chExt cx="38359" cy="38359"/>
              </a:xfrm>
            </p:grpSpPr>
            <p:sp>
              <p:nvSpPr>
                <p:cNvPr id="85" name="Google Shape;85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7" name="Google Shape;87;p6"/>
            <p:cNvSpPr/>
            <p:nvPr/>
          </p:nvSpPr>
          <p:spPr>
            <a:xfrm>
              <a:off x="8848852" y="3981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460515" y="49525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593685" y="33951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022060" y="47968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294090" y="2304041"/>
            <a:ext cx="6647183" cy="2636887"/>
            <a:chOff x="294090" y="2304041"/>
            <a:chExt cx="6647183" cy="2636887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368572" y="2304041"/>
              <a:ext cx="6572702" cy="2636887"/>
              <a:chOff x="368572" y="2304041"/>
              <a:chExt cx="6572702" cy="2636887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368572" y="23040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66917" y="4895330"/>
                <a:ext cx="474357" cy="45598"/>
              </a:xfrm>
              <a:custGeom>
                <a:rect b="b" l="l" r="r" t="t"/>
                <a:pathLst>
                  <a:path extrusionOk="0" h="139" w="1446">
                    <a:moveTo>
                      <a:pt x="38" y="0"/>
                    </a:moveTo>
                    <a:cubicBezTo>
                      <a:pt x="22" y="0"/>
                      <a:pt x="1" y="0"/>
                      <a:pt x="1" y="17"/>
                    </a:cubicBezTo>
                    <a:cubicBezTo>
                      <a:pt x="1" y="34"/>
                      <a:pt x="22" y="51"/>
                      <a:pt x="38" y="51"/>
                    </a:cubicBezTo>
                    <a:cubicBezTo>
                      <a:pt x="89" y="51"/>
                      <a:pt x="105" y="67"/>
                      <a:pt x="143" y="88"/>
                    </a:cubicBezTo>
                    <a:cubicBezTo>
                      <a:pt x="160" y="105"/>
                      <a:pt x="193" y="138"/>
                      <a:pt x="264" y="138"/>
                    </a:cubicBezTo>
                    <a:cubicBezTo>
                      <a:pt x="335" y="138"/>
                      <a:pt x="368" y="105"/>
                      <a:pt x="402" y="88"/>
                    </a:cubicBezTo>
                    <a:cubicBezTo>
                      <a:pt x="419" y="67"/>
                      <a:pt x="456" y="51"/>
                      <a:pt x="506" y="51"/>
                    </a:cubicBezTo>
                    <a:cubicBezTo>
                      <a:pt x="544" y="51"/>
                      <a:pt x="577" y="67"/>
                      <a:pt x="594" y="88"/>
                    </a:cubicBezTo>
                    <a:cubicBezTo>
                      <a:pt x="627" y="105"/>
                      <a:pt x="665" y="138"/>
                      <a:pt x="732" y="138"/>
                    </a:cubicBezTo>
                    <a:cubicBezTo>
                      <a:pt x="803" y="138"/>
                      <a:pt x="836" y="105"/>
                      <a:pt x="857" y="88"/>
                    </a:cubicBezTo>
                    <a:cubicBezTo>
                      <a:pt x="890" y="67"/>
                      <a:pt x="907" y="51"/>
                      <a:pt x="961" y="51"/>
                    </a:cubicBezTo>
                    <a:cubicBezTo>
                      <a:pt x="1012" y="51"/>
                      <a:pt x="1028" y="67"/>
                      <a:pt x="1066" y="88"/>
                    </a:cubicBezTo>
                    <a:cubicBezTo>
                      <a:pt x="1099" y="105"/>
                      <a:pt x="1133" y="138"/>
                      <a:pt x="1204" y="138"/>
                    </a:cubicBezTo>
                    <a:cubicBezTo>
                      <a:pt x="1254" y="138"/>
                      <a:pt x="1291" y="105"/>
                      <a:pt x="1325" y="88"/>
                    </a:cubicBezTo>
                    <a:cubicBezTo>
                      <a:pt x="1358" y="67"/>
                      <a:pt x="1379" y="51"/>
                      <a:pt x="1429" y="51"/>
                    </a:cubicBezTo>
                    <a:cubicBezTo>
                      <a:pt x="1446" y="51"/>
                      <a:pt x="1446" y="34"/>
                      <a:pt x="1446" y="17"/>
                    </a:cubicBezTo>
                    <a:cubicBezTo>
                      <a:pt x="1446" y="0"/>
                      <a:pt x="1446" y="0"/>
                      <a:pt x="1429" y="0"/>
                    </a:cubicBezTo>
                    <a:cubicBezTo>
                      <a:pt x="1358" y="0"/>
                      <a:pt x="1325" y="17"/>
                      <a:pt x="1291" y="51"/>
                    </a:cubicBezTo>
                    <a:cubicBezTo>
                      <a:pt x="1275" y="67"/>
                      <a:pt x="1237" y="88"/>
                      <a:pt x="1204" y="88"/>
                    </a:cubicBezTo>
                    <a:cubicBezTo>
                      <a:pt x="1149" y="88"/>
                      <a:pt x="1116" y="67"/>
                      <a:pt x="1099" y="51"/>
                    </a:cubicBezTo>
                    <a:cubicBezTo>
                      <a:pt x="1066" y="17"/>
                      <a:pt x="1028" y="0"/>
                      <a:pt x="961" y="0"/>
                    </a:cubicBezTo>
                    <a:cubicBezTo>
                      <a:pt x="890" y="0"/>
                      <a:pt x="857" y="17"/>
                      <a:pt x="836" y="51"/>
                    </a:cubicBezTo>
                    <a:cubicBezTo>
                      <a:pt x="803" y="67"/>
                      <a:pt x="786" y="88"/>
                      <a:pt x="732" y="88"/>
                    </a:cubicBezTo>
                    <a:cubicBezTo>
                      <a:pt x="682" y="88"/>
                      <a:pt x="665" y="67"/>
                      <a:pt x="627" y="51"/>
                    </a:cubicBezTo>
                    <a:cubicBezTo>
                      <a:pt x="594" y="17"/>
                      <a:pt x="561" y="0"/>
                      <a:pt x="506" y="0"/>
                    </a:cubicBezTo>
                    <a:cubicBezTo>
                      <a:pt x="439" y="0"/>
                      <a:pt x="402" y="17"/>
                      <a:pt x="368" y="51"/>
                    </a:cubicBezTo>
                    <a:cubicBezTo>
                      <a:pt x="335" y="67"/>
                      <a:pt x="314" y="88"/>
                      <a:pt x="264" y="88"/>
                    </a:cubicBezTo>
                    <a:cubicBezTo>
                      <a:pt x="210" y="88"/>
                      <a:pt x="193" y="67"/>
                      <a:pt x="160" y="51"/>
                    </a:cubicBezTo>
                    <a:cubicBezTo>
                      <a:pt x="143" y="17"/>
                      <a:pt x="105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6601710" y="46040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6202812" y="46305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7"/>
            <p:cNvSpPr/>
            <p:nvPr/>
          </p:nvSpPr>
          <p:spPr>
            <a:xfrm>
              <a:off x="294090" y="27174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7"/>
          <p:cNvSpPr txBox="1"/>
          <p:nvPr>
            <p:ph type="title"/>
          </p:nvPr>
        </p:nvSpPr>
        <p:spPr>
          <a:xfrm>
            <a:off x="720000" y="521208"/>
            <a:ext cx="77109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subTitle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197390" y="309004"/>
            <a:ext cx="8653755" cy="3593757"/>
            <a:chOff x="197390" y="309004"/>
            <a:chExt cx="8653755" cy="3593757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197390" y="2348909"/>
              <a:ext cx="8653755" cy="1553852"/>
              <a:chOff x="197390" y="2348909"/>
              <a:chExt cx="8653755" cy="155385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197390" y="31052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7362" y="3702613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197410" y="34733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8746085" y="38019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430765" y="23489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" name="Google Shape;110;p8"/>
            <p:cNvSpPr/>
            <p:nvPr/>
          </p:nvSpPr>
          <p:spPr>
            <a:xfrm>
              <a:off x="1191252" y="3090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735685" y="489122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246028" y="1839998"/>
            <a:ext cx="7592371" cy="3114363"/>
            <a:chOff x="246028" y="1839998"/>
            <a:chExt cx="7592371" cy="3114363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246028" y="1839998"/>
              <a:ext cx="7483968" cy="3114363"/>
              <a:chOff x="246028" y="1839998"/>
              <a:chExt cx="7483968" cy="3114363"/>
            </a:xfrm>
          </p:grpSpPr>
          <p:grpSp>
            <p:nvGrpSpPr>
              <p:cNvPr id="116" name="Google Shape;116;p9"/>
              <p:cNvGrpSpPr/>
              <p:nvPr/>
            </p:nvGrpSpPr>
            <p:grpSpPr>
              <a:xfrm>
                <a:off x="463875" y="1839998"/>
                <a:ext cx="7266121" cy="3114363"/>
                <a:chOff x="463875" y="1839998"/>
                <a:chExt cx="7266121" cy="3114363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7624935" y="48535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7071125" y="4735213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463875" y="1839998"/>
                  <a:ext cx="294240" cy="1658216"/>
                  <a:chOff x="463875" y="1839998"/>
                  <a:chExt cx="294240" cy="1658216"/>
                </a:xfrm>
              </p:grpSpPr>
              <p:grpSp>
                <p:nvGrpSpPr>
                  <p:cNvPr id="120" name="Google Shape;120;p9"/>
                  <p:cNvGrpSpPr/>
                  <p:nvPr/>
                </p:nvGrpSpPr>
                <p:grpSpPr>
                  <a:xfrm>
                    <a:off x="643965" y="1839998"/>
                    <a:ext cx="114150" cy="114196"/>
                    <a:chOff x="-685100" y="4136737"/>
                    <a:chExt cx="38359" cy="38359"/>
                  </a:xfrm>
                </p:grpSpPr>
                <p:sp>
                  <p:nvSpPr>
                    <p:cNvPr id="121" name="Google Shape;121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0" y="1"/>
                          </a:moveTo>
                          <a:lnTo>
                            <a:pt x="388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2" name="Google Shape;122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388" y="1"/>
                          </a:moveTo>
                          <a:lnTo>
                            <a:pt x="0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463875" y="3398863"/>
                    <a:ext cx="99155" cy="99350"/>
                  </a:xfrm>
                  <a:custGeom>
                    <a:rect b="b" l="l" r="r" t="t"/>
                    <a:pathLst>
                      <a:path extrusionOk="0" fill="none" h="562" w="561">
                        <a:moveTo>
                          <a:pt x="561" y="282"/>
                        </a:moveTo>
                        <a:cubicBezTo>
                          <a:pt x="561" y="432"/>
                          <a:pt x="438" y="561"/>
                          <a:pt x="281" y="561"/>
                        </a:cubicBezTo>
                        <a:cubicBezTo>
                          <a:pt x="129" y="561"/>
                          <a:pt x="0" y="432"/>
                          <a:pt x="0" y="282"/>
                        </a:cubicBezTo>
                        <a:cubicBezTo>
                          <a:pt x="0" y="123"/>
                          <a:pt x="129" y="0"/>
                          <a:pt x="281" y="0"/>
                        </a:cubicBezTo>
                        <a:cubicBezTo>
                          <a:pt x="438" y="0"/>
                          <a:pt x="561" y="123"/>
                          <a:pt x="561" y="282"/>
                        </a:cubicBez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4" name="Google Shape;124;p9"/>
              <p:cNvSpPr/>
              <p:nvPr/>
            </p:nvSpPr>
            <p:spPr>
              <a:xfrm>
                <a:off x="246028" y="25584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7419265" y="4603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1143000" y="3898025"/>
            <a:ext cx="6858000" cy="62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1"/>
          <p:cNvGrpSpPr/>
          <p:nvPr/>
        </p:nvGrpSpPr>
        <p:grpSpPr>
          <a:xfrm>
            <a:off x="294090" y="171654"/>
            <a:ext cx="8784408" cy="2608746"/>
            <a:chOff x="294090" y="171654"/>
            <a:chExt cx="8784408" cy="2608746"/>
          </a:xfrm>
        </p:grpSpPr>
        <p:sp>
          <p:nvSpPr>
            <p:cNvPr id="133" name="Google Shape;133;p11"/>
            <p:cNvSpPr/>
            <p:nvPr/>
          </p:nvSpPr>
          <p:spPr>
            <a:xfrm>
              <a:off x="8659365" y="27538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8558902" y="22290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294090" y="776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421052" y="1716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1087985" y="306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1"/>
          <p:cNvSpPr txBox="1"/>
          <p:nvPr>
            <p:ph hasCustomPrompt="1" type="title"/>
          </p:nvPr>
        </p:nvSpPr>
        <p:spPr>
          <a:xfrm>
            <a:off x="713225" y="1175378"/>
            <a:ext cx="4461900" cy="8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/>
          <p:nvPr>
            <p:ph idx="1" type="subTitle"/>
          </p:nvPr>
        </p:nvSpPr>
        <p:spPr>
          <a:xfrm>
            <a:off x="713225" y="2074662"/>
            <a:ext cx="4461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140465" y="125025"/>
            <a:ext cx="8836013" cy="4774862"/>
            <a:chOff x="140465" y="125025"/>
            <a:chExt cx="8836013" cy="4774862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40465" y="125025"/>
              <a:ext cx="8836013" cy="4774862"/>
              <a:chOff x="140465" y="125025"/>
              <a:chExt cx="8836013" cy="4774862"/>
            </a:xfrm>
          </p:grpSpPr>
          <p:grpSp>
            <p:nvGrpSpPr>
              <p:cNvPr id="144" name="Google Shape;144;p13"/>
              <p:cNvGrpSpPr/>
              <p:nvPr/>
            </p:nvGrpSpPr>
            <p:grpSpPr>
              <a:xfrm>
                <a:off x="140465" y="125025"/>
                <a:ext cx="8836013" cy="4682629"/>
                <a:chOff x="140465" y="125025"/>
                <a:chExt cx="8836013" cy="4682629"/>
              </a:xfrm>
            </p:grpSpPr>
            <p:grpSp>
              <p:nvGrpSpPr>
                <p:cNvPr id="145" name="Google Shape;145;p13"/>
                <p:cNvGrpSpPr/>
                <p:nvPr/>
              </p:nvGrpSpPr>
              <p:grpSpPr>
                <a:xfrm>
                  <a:off x="140465" y="6792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" name="Google Shape;147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8" name="Google Shape;148;p13"/>
                <p:cNvSpPr/>
                <p:nvPr/>
              </p:nvSpPr>
              <p:spPr>
                <a:xfrm>
                  <a:off x="212200" y="1250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720010" y="193616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13"/>
                <p:cNvSpPr/>
                <p:nvPr/>
              </p:nvSpPr>
              <p:spPr>
                <a:xfrm>
                  <a:off x="8811252" y="46724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8612715" y="42892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4" name="Google Shape;154;p13"/>
              <p:cNvSpPr/>
              <p:nvPr/>
            </p:nvSpPr>
            <p:spPr>
              <a:xfrm>
                <a:off x="8161165" y="4873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893815" y="336373"/>
              <a:ext cx="1032283" cy="1057878"/>
              <a:chOff x="7893815" y="336373"/>
              <a:chExt cx="1032283" cy="1057878"/>
            </a:xfrm>
          </p:grpSpPr>
          <p:grpSp>
            <p:nvGrpSpPr>
              <p:cNvPr id="156" name="Google Shape;156;p13"/>
              <p:cNvGrpSpPr/>
              <p:nvPr/>
            </p:nvGrpSpPr>
            <p:grpSpPr>
              <a:xfrm>
                <a:off x="7893815" y="336373"/>
                <a:ext cx="114150" cy="114196"/>
                <a:chOff x="-685100" y="4136737"/>
                <a:chExt cx="38359" cy="38359"/>
              </a:xfrm>
            </p:grpSpPr>
            <p:sp>
              <p:nvSpPr>
                <p:cNvPr id="157" name="Google Shape;157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" name="Google Shape;159;p13"/>
              <p:cNvSpPr/>
              <p:nvPr/>
            </p:nvSpPr>
            <p:spPr>
              <a:xfrm>
                <a:off x="8506965" y="463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660337" y="12949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" name="Google Shape;161;p13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" type="subTitle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2" type="subTitle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idx="3" type="subTitle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4" type="subTitle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idx="5" type="subTitle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6" type="subTitle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hasCustomPrompt="1" idx="7" type="title"/>
          </p:nvPr>
        </p:nvSpPr>
        <p:spPr>
          <a:xfrm>
            <a:off x="72000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8" type="title"/>
          </p:nvPr>
        </p:nvSpPr>
        <p:spPr>
          <a:xfrm>
            <a:off x="72000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9" type="title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13" type="title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14" type="title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15" type="title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idx="16" type="subTitle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5" name="Google Shape;175;p13"/>
          <p:cNvSpPr txBox="1"/>
          <p:nvPr>
            <p:ph idx="17" type="subTitle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6" name="Google Shape;176;p13"/>
          <p:cNvSpPr txBox="1"/>
          <p:nvPr>
            <p:ph idx="18" type="subTitle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7" name="Google Shape;177;p13"/>
          <p:cNvSpPr txBox="1"/>
          <p:nvPr>
            <p:ph idx="19" type="subTitle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8" name="Google Shape;178;p13"/>
          <p:cNvSpPr txBox="1"/>
          <p:nvPr>
            <p:ph idx="20" type="subTitle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9" name="Google Shape;179;p13"/>
          <p:cNvSpPr txBox="1"/>
          <p:nvPr>
            <p:ph idx="21" type="subTitle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294090" y="222985"/>
            <a:ext cx="8656850" cy="3145983"/>
            <a:chOff x="294090" y="222985"/>
            <a:chExt cx="8656850" cy="3145983"/>
          </a:xfrm>
        </p:grpSpPr>
        <p:sp>
          <p:nvSpPr>
            <p:cNvPr id="182" name="Google Shape;182;p14"/>
            <p:cNvSpPr/>
            <p:nvPr/>
          </p:nvSpPr>
          <p:spPr>
            <a:xfrm>
              <a:off x="294090" y="23853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596637" y="755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11640" y="26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8836790" y="222985"/>
              <a:ext cx="114150" cy="114196"/>
              <a:chOff x="-685100" y="4136737"/>
              <a:chExt cx="38359" cy="3835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4"/>
            <p:cNvGrpSpPr/>
            <p:nvPr/>
          </p:nvGrpSpPr>
          <p:grpSpPr>
            <a:xfrm>
              <a:off x="446578" y="3254773"/>
              <a:ext cx="114150" cy="114196"/>
              <a:chOff x="-685100" y="4136737"/>
              <a:chExt cx="38359" cy="38359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1" name="Google Shape;191;p14"/>
          <p:cNvSpPr txBox="1"/>
          <p:nvPr>
            <p:ph type="title"/>
          </p:nvPr>
        </p:nvSpPr>
        <p:spPr>
          <a:xfrm>
            <a:off x="3825775" y="3227788"/>
            <a:ext cx="4605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" name="Google Shape;192;p14"/>
          <p:cNvSpPr txBox="1"/>
          <p:nvPr>
            <p:ph idx="1" type="subTitle"/>
          </p:nvPr>
        </p:nvSpPr>
        <p:spPr>
          <a:xfrm>
            <a:off x="3825725" y="1253913"/>
            <a:ext cx="46050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5"/>
          <p:cNvGrpSpPr/>
          <p:nvPr/>
        </p:nvGrpSpPr>
        <p:grpSpPr>
          <a:xfrm>
            <a:off x="357512" y="259179"/>
            <a:ext cx="8674608" cy="4655758"/>
            <a:chOff x="357512" y="259179"/>
            <a:chExt cx="8674608" cy="4655758"/>
          </a:xfrm>
        </p:grpSpPr>
        <p:sp>
          <p:nvSpPr>
            <p:cNvPr id="195" name="Google Shape;195;p15"/>
            <p:cNvSpPr/>
            <p:nvPr/>
          </p:nvSpPr>
          <p:spPr>
            <a:xfrm>
              <a:off x="357512" y="41367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10202" y="4753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076065" y="4888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8751065" y="269698"/>
              <a:ext cx="114150" cy="114196"/>
              <a:chOff x="-685100" y="4136737"/>
              <a:chExt cx="38359" cy="38359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" name="Google Shape;201;p15"/>
            <p:cNvSpPr/>
            <p:nvPr/>
          </p:nvSpPr>
          <p:spPr>
            <a:xfrm>
              <a:off x="8430765" y="8383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8011165" y="259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8927060" y="11649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6"/>
          <p:cNvGrpSpPr/>
          <p:nvPr/>
        </p:nvGrpSpPr>
        <p:grpSpPr>
          <a:xfrm>
            <a:off x="108778" y="1936804"/>
            <a:ext cx="9161196" cy="1156783"/>
            <a:chOff x="108778" y="1936804"/>
            <a:chExt cx="9161196" cy="1156783"/>
          </a:xfrm>
        </p:grpSpPr>
        <p:grpSp>
          <p:nvGrpSpPr>
            <p:cNvPr id="207" name="Google Shape;207;p16"/>
            <p:cNvGrpSpPr/>
            <p:nvPr/>
          </p:nvGrpSpPr>
          <p:grpSpPr>
            <a:xfrm>
              <a:off x="461515" y="2144023"/>
              <a:ext cx="114150" cy="114196"/>
              <a:chOff x="-609221" y="4366398"/>
              <a:chExt cx="38359" cy="38359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>
              <a:off x="108778" y="25010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35727" y="2786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8850860" y="23467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8850840" y="3067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8606602" y="19368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8533912" y="28044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0000" y="5212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9" name="Google Shape;219;p17"/>
          <p:cNvGrpSpPr/>
          <p:nvPr/>
        </p:nvGrpSpPr>
        <p:grpSpPr>
          <a:xfrm>
            <a:off x="3703597" y="4681879"/>
            <a:ext cx="1736755" cy="328039"/>
            <a:chOff x="3756610" y="4688154"/>
            <a:chExt cx="1736755" cy="328039"/>
          </a:xfrm>
        </p:grpSpPr>
        <p:grpSp>
          <p:nvGrpSpPr>
            <p:cNvPr id="220" name="Google Shape;220;p17"/>
            <p:cNvGrpSpPr/>
            <p:nvPr/>
          </p:nvGrpSpPr>
          <p:grpSpPr>
            <a:xfrm>
              <a:off x="3756610" y="4706100"/>
              <a:ext cx="1028402" cy="286513"/>
              <a:chOff x="3756610" y="4706100"/>
              <a:chExt cx="1028402" cy="286513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4073187" y="47061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3756610" y="48932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365878" y="48667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7"/>
            <p:cNvGrpSpPr/>
            <p:nvPr/>
          </p:nvGrpSpPr>
          <p:grpSpPr>
            <a:xfrm>
              <a:off x="5077902" y="4688154"/>
              <a:ext cx="415463" cy="328039"/>
              <a:chOff x="5077902" y="4688154"/>
              <a:chExt cx="415463" cy="328039"/>
            </a:xfrm>
          </p:grpSpPr>
          <p:grpSp>
            <p:nvGrpSpPr>
              <p:cNvPr id="225" name="Google Shape;225;p17"/>
              <p:cNvGrpSpPr/>
              <p:nvPr/>
            </p:nvGrpSpPr>
            <p:grpSpPr>
              <a:xfrm>
                <a:off x="5379215" y="4901998"/>
                <a:ext cx="114150" cy="114196"/>
                <a:chOff x="-1811789" y="5621319"/>
                <a:chExt cx="38359" cy="38359"/>
              </a:xfrm>
            </p:grpSpPr>
            <p:sp>
              <p:nvSpPr>
                <p:cNvPr id="226" name="Google Shape;226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" name="Google Shape;227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8" name="Google Shape;228;p17"/>
              <p:cNvSpPr/>
              <p:nvPr/>
            </p:nvSpPr>
            <p:spPr>
              <a:xfrm>
                <a:off x="5077902" y="46881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8"/>
          <p:cNvGrpSpPr/>
          <p:nvPr/>
        </p:nvGrpSpPr>
        <p:grpSpPr>
          <a:xfrm>
            <a:off x="294090" y="193498"/>
            <a:ext cx="8695983" cy="4797203"/>
            <a:chOff x="294090" y="193498"/>
            <a:chExt cx="8695983" cy="4797203"/>
          </a:xfrm>
        </p:grpSpPr>
        <p:sp>
          <p:nvSpPr>
            <p:cNvPr id="231" name="Google Shape;231;p18"/>
            <p:cNvSpPr/>
            <p:nvPr/>
          </p:nvSpPr>
          <p:spPr>
            <a:xfrm>
              <a:off x="6272537" y="48913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6550790" y="4546898"/>
              <a:ext cx="114150" cy="114196"/>
              <a:chOff x="-685100" y="4136737"/>
              <a:chExt cx="38359" cy="38359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5" name="Google Shape;235;p18"/>
            <p:cNvSpPr/>
            <p:nvPr/>
          </p:nvSpPr>
          <p:spPr>
            <a:xfrm>
              <a:off x="7055390" y="486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8"/>
            <p:cNvGrpSpPr/>
            <p:nvPr/>
          </p:nvGrpSpPr>
          <p:grpSpPr>
            <a:xfrm>
              <a:off x="7827140" y="193498"/>
              <a:ext cx="114150" cy="114196"/>
              <a:chOff x="-685100" y="4136737"/>
              <a:chExt cx="38359" cy="38359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" name="Google Shape;239;p18"/>
            <p:cNvSpPr/>
            <p:nvPr/>
          </p:nvSpPr>
          <p:spPr>
            <a:xfrm>
              <a:off x="8570940" y="83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8570952" y="3077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294090" y="10242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18"/>
            <p:cNvGrpSpPr/>
            <p:nvPr/>
          </p:nvGrpSpPr>
          <p:grpSpPr>
            <a:xfrm>
              <a:off x="294090" y="1534723"/>
              <a:ext cx="114150" cy="114196"/>
              <a:chOff x="-685100" y="4136737"/>
              <a:chExt cx="38359" cy="38359"/>
            </a:xfrm>
          </p:grpSpPr>
          <p:sp>
            <p:nvSpPr>
              <p:cNvPr id="243" name="Google Shape;24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5" name="Google Shape;245;p18"/>
            <p:cNvSpPr/>
            <p:nvPr/>
          </p:nvSpPr>
          <p:spPr>
            <a:xfrm>
              <a:off x="451135" y="6454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8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8"/>
          <p:cNvSpPr/>
          <p:nvPr>
            <p:ph idx="2" type="pic"/>
          </p:nvPr>
        </p:nvSpPr>
        <p:spPr>
          <a:xfrm>
            <a:off x="4919988" y="838363"/>
            <a:ext cx="3399300" cy="346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9"/>
          <p:cNvGrpSpPr/>
          <p:nvPr/>
        </p:nvGrpSpPr>
        <p:grpSpPr>
          <a:xfrm>
            <a:off x="140465" y="285954"/>
            <a:ext cx="8839008" cy="4543534"/>
            <a:chOff x="140465" y="285954"/>
            <a:chExt cx="8839008" cy="4543534"/>
          </a:xfrm>
        </p:grpSpPr>
        <p:sp>
          <p:nvSpPr>
            <p:cNvPr id="251" name="Google Shape;251;p19"/>
            <p:cNvSpPr/>
            <p:nvPr/>
          </p:nvSpPr>
          <p:spPr>
            <a:xfrm>
              <a:off x="303865" y="281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14852" y="32231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268960" y="47301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958802" y="285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560340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622260" y="303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40465" y="2341473"/>
              <a:ext cx="114150" cy="114196"/>
              <a:chOff x="-685100" y="4136737"/>
              <a:chExt cx="38359" cy="38359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0" name="Google Shape;260;p19"/>
          <p:cNvSpPr txBox="1"/>
          <p:nvPr>
            <p:ph type="title"/>
          </p:nvPr>
        </p:nvSpPr>
        <p:spPr>
          <a:xfrm>
            <a:off x="1083876" y="1085875"/>
            <a:ext cx="30234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19"/>
          <p:cNvSpPr txBox="1"/>
          <p:nvPr>
            <p:ph idx="1" type="subTitle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2" name="Google Shape;262;p19"/>
          <p:cNvGrpSpPr/>
          <p:nvPr/>
        </p:nvGrpSpPr>
        <p:grpSpPr>
          <a:xfrm flipH="1">
            <a:off x="202193" y="3559134"/>
            <a:ext cx="760404" cy="1419169"/>
            <a:chOff x="3793658" y="8817100"/>
            <a:chExt cx="570746" cy="1065202"/>
          </a:xfrm>
        </p:grpSpPr>
        <p:sp>
          <p:nvSpPr>
            <p:cNvPr id="263" name="Google Shape;263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  <a:lnTo>
                    <a:pt x="1" y="1"/>
                  </a:lnTo>
                  <a:cubicBezTo>
                    <a:pt x="16" y="8"/>
                    <a:pt x="23" y="15"/>
                    <a:pt x="37" y="2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3958796" y="9645237"/>
              <a:ext cx="355172" cy="185460"/>
            </a:xfrm>
            <a:custGeom>
              <a:rect b="b" l="l" r="r" t="t"/>
              <a:pathLst>
                <a:path extrusionOk="0" h="1743" w="3338">
                  <a:moveTo>
                    <a:pt x="1453" y="1"/>
                  </a:moveTo>
                  <a:lnTo>
                    <a:pt x="1453" y="1"/>
                  </a:lnTo>
                  <a:cubicBezTo>
                    <a:pt x="1151" y="23"/>
                    <a:pt x="849" y="103"/>
                    <a:pt x="611" y="239"/>
                  </a:cubicBezTo>
                  <a:cubicBezTo>
                    <a:pt x="16" y="570"/>
                    <a:pt x="1" y="1122"/>
                    <a:pt x="584" y="1476"/>
                  </a:cubicBezTo>
                  <a:cubicBezTo>
                    <a:pt x="882" y="1653"/>
                    <a:pt x="1278" y="1743"/>
                    <a:pt x="1675" y="1743"/>
                  </a:cubicBezTo>
                  <a:cubicBezTo>
                    <a:pt x="2052" y="1743"/>
                    <a:pt x="2430" y="1661"/>
                    <a:pt x="2725" y="1497"/>
                  </a:cubicBezTo>
                  <a:cubicBezTo>
                    <a:pt x="3322" y="1158"/>
                    <a:pt x="3337" y="605"/>
                    <a:pt x="2754" y="260"/>
                  </a:cubicBezTo>
                  <a:cubicBezTo>
                    <a:pt x="2740" y="253"/>
                    <a:pt x="2733" y="246"/>
                    <a:pt x="2718" y="239"/>
                  </a:cubicBezTo>
                  <a:cubicBezTo>
                    <a:pt x="2588" y="167"/>
                    <a:pt x="2438" y="110"/>
                    <a:pt x="2286" y="66"/>
                  </a:cubicBezTo>
                  <a:lnTo>
                    <a:pt x="2266" y="123"/>
                  </a:lnTo>
                  <a:cubicBezTo>
                    <a:pt x="2388" y="160"/>
                    <a:pt x="2495" y="210"/>
                    <a:pt x="2595" y="268"/>
                  </a:cubicBezTo>
                  <a:cubicBezTo>
                    <a:pt x="3099" y="570"/>
                    <a:pt x="3085" y="1045"/>
                    <a:pt x="2575" y="1331"/>
                  </a:cubicBezTo>
                  <a:cubicBezTo>
                    <a:pt x="2320" y="1472"/>
                    <a:pt x="1993" y="1543"/>
                    <a:pt x="1668" y="1543"/>
                  </a:cubicBezTo>
                  <a:cubicBezTo>
                    <a:pt x="1330" y="1543"/>
                    <a:pt x="994" y="1467"/>
                    <a:pt x="741" y="1317"/>
                  </a:cubicBezTo>
                  <a:cubicBezTo>
                    <a:pt x="239" y="1015"/>
                    <a:pt x="253" y="541"/>
                    <a:pt x="763" y="253"/>
                  </a:cubicBezTo>
                  <a:cubicBezTo>
                    <a:pt x="956" y="146"/>
                    <a:pt x="1188" y="80"/>
                    <a:pt x="1431" y="53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984120" y="9650770"/>
              <a:ext cx="304418" cy="158646"/>
            </a:xfrm>
            <a:custGeom>
              <a:rect b="b" l="l" r="r" t="t"/>
              <a:pathLst>
                <a:path extrusionOk="0" h="1491" w="2861">
                  <a:moveTo>
                    <a:pt x="1193" y="1"/>
                  </a:moveTo>
                  <a:cubicBezTo>
                    <a:pt x="950" y="28"/>
                    <a:pt x="718" y="94"/>
                    <a:pt x="525" y="201"/>
                  </a:cubicBezTo>
                  <a:cubicBezTo>
                    <a:pt x="15" y="489"/>
                    <a:pt x="1" y="963"/>
                    <a:pt x="503" y="1265"/>
                  </a:cubicBezTo>
                  <a:cubicBezTo>
                    <a:pt x="756" y="1415"/>
                    <a:pt x="1092" y="1491"/>
                    <a:pt x="1430" y="1491"/>
                  </a:cubicBezTo>
                  <a:cubicBezTo>
                    <a:pt x="1755" y="1491"/>
                    <a:pt x="2082" y="1420"/>
                    <a:pt x="2337" y="1279"/>
                  </a:cubicBezTo>
                  <a:cubicBezTo>
                    <a:pt x="2847" y="993"/>
                    <a:pt x="2861" y="518"/>
                    <a:pt x="2357" y="216"/>
                  </a:cubicBezTo>
                  <a:cubicBezTo>
                    <a:pt x="2257" y="158"/>
                    <a:pt x="2150" y="108"/>
                    <a:pt x="2028" y="71"/>
                  </a:cubicBezTo>
                  <a:lnTo>
                    <a:pt x="1833" y="582"/>
                  </a:lnTo>
                  <a:lnTo>
                    <a:pt x="1452" y="805"/>
                  </a:lnTo>
                  <a:lnTo>
                    <a:pt x="993" y="539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950390" y="9757067"/>
              <a:ext cx="371770" cy="125236"/>
            </a:xfrm>
            <a:custGeom>
              <a:rect b="b" l="l" r="r" t="t"/>
              <a:pathLst>
                <a:path extrusionOk="0" h="1177" w="3494">
                  <a:moveTo>
                    <a:pt x="3494" y="7"/>
                  </a:moveTo>
                  <a:cubicBezTo>
                    <a:pt x="3491" y="31"/>
                    <a:pt x="3489" y="54"/>
                    <a:pt x="3488" y="76"/>
                  </a:cubicBezTo>
                  <a:lnTo>
                    <a:pt x="3488" y="76"/>
                  </a:lnTo>
                  <a:cubicBezTo>
                    <a:pt x="3491" y="53"/>
                    <a:pt x="3493" y="30"/>
                    <a:pt x="3494" y="7"/>
                  </a:cubicBezTo>
                  <a:close/>
                  <a:moveTo>
                    <a:pt x="0" y="1"/>
                  </a:moveTo>
                  <a:lnTo>
                    <a:pt x="0" y="166"/>
                  </a:lnTo>
                  <a:cubicBezTo>
                    <a:pt x="0" y="416"/>
                    <a:pt x="166" y="675"/>
                    <a:pt x="497" y="870"/>
                  </a:cubicBezTo>
                  <a:cubicBezTo>
                    <a:pt x="837" y="1074"/>
                    <a:pt x="1290" y="1177"/>
                    <a:pt x="1745" y="1177"/>
                  </a:cubicBezTo>
                  <a:cubicBezTo>
                    <a:pt x="2184" y="1177"/>
                    <a:pt x="2623" y="1081"/>
                    <a:pt x="2962" y="891"/>
                  </a:cubicBezTo>
                  <a:cubicBezTo>
                    <a:pt x="3314" y="697"/>
                    <a:pt x="3487" y="439"/>
                    <a:pt x="3487" y="173"/>
                  </a:cubicBezTo>
                  <a:cubicBezTo>
                    <a:pt x="3487" y="139"/>
                    <a:pt x="3487" y="108"/>
                    <a:pt x="3488" y="76"/>
                  </a:cubicBezTo>
                  <a:lnTo>
                    <a:pt x="3488" y="76"/>
                  </a:lnTo>
                  <a:cubicBezTo>
                    <a:pt x="3455" y="317"/>
                    <a:pt x="3284" y="549"/>
                    <a:pt x="2962" y="727"/>
                  </a:cubicBezTo>
                  <a:cubicBezTo>
                    <a:pt x="2624" y="917"/>
                    <a:pt x="2186" y="1012"/>
                    <a:pt x="1748" y="1012"/>
                  </a:cubicBezTo>
                  <a:cubicBezTo>
                    <a:pt x="1292" y="1012"/>
                    <a:pt x="838" y="909"/>
                    <a:pt x="497" y="704"/>
                  </a:cubicBezTo>
                  <a:cubicBezTo>
                    <a:pt x="166" y="511"/>
                    <a:pt x="0" y="25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950390" y="9670561"/>
              <a:ext cx="371770" cy="194185"/>
            </a:xfrm>
            <a:custGeom>
              <a:rect b="b" l="l" r="r" t="t"/>
              <a:pathLst>
                <a:path extrusionOk="0" h="1825" w="3494">
                  <a:moveTo>
                    <a:pt x="2833" y="22"/>
                  </a:moveTo>
                  <a:lnTo>
                    <a:pt x="2833" y="22"/>
                  </a:lnTo>
                  <a:cubicBezTo>
                    <a:pt x="2835" y="23"/>
                    <a:pt x="2837" y="24"/>
                    <a:pt x="2840" y="26"/>
                  </a:cubicBezTo>
                  <a:lnTo>
                    <a:pt x="2840" y="26"/>
                  </a:lnTo>
                  <a:cubicBezTo>
                    <a:pt x="2837" y="24"/>
                    <a:pt x="2835" y="23"/>
                    <a:pt x="2833" y="22"/>
                  </a:cubicBezTo>
                  <a:close/>
                  <a:moveTo>
                    <a:pt x="690" y="1"/>
                  </a:moveTo>
                  <a:lnTo>
                    <a:pt x="533" y="87"/>
                  </a:lnTo>
                  <a:cubicBezTo>
                    <a:pt x="181" y="289"/>
                    <a:pt x="0" y="548"/>
                    <a:pt x="0" y="814"/>
                  </a:cubicBezTo>
                  <a:cubicBezTo>
                    <a:pt x="0" y="1065"/>
                    <a:pt x="166" y="1324"/>
                    <a:pt x="497" y="1517"/>
                  </a:cubicBezTo>
                  <a:cubicBezTo>
                    <a:pt x="838" y="1722"/>
                    <a:pt x="1292" y="1825"/>
                    <a:pt x="1748" y="1825"/>
                  </a:cubicBezTo>
                  <a:cubicBezTo>
                    <a:pt x="2186" y="1825"/>
                    <a:pt x="2624" y="1730"/>
                    <a:pt x="2962" y="1540"/>
                  </a:cubicBezTo>
                  <a:cubicBezTo>
                    <a:pt x="3314" y="1345"/>
                    <a:pt x="3487" y="1086"/>
                    <a:pt x="3494" y="820"/>
                  </a:cubicBezTo>
                  <a:cubicBezTo>
                    <a:pt x="3494" y="569"/>
                    <a:pt x="3330" y="310"/>
                    <a:pt x="2999" y="117"/>
                  </a:cubicBezTo>
                  <a:cubicBezTo>
                    <a:pt x="2985" y="108"/>
                    <a:pt x="2969" y="101"/>
                    <a:pt x="2962" y="94"/>
                  </a:cubicBezTo>
                  <a:cubicBezTo>
                    <a:pt x="2942" y="80"/>
                    <a:pt x="2919" y="73"/>
                    <a:pt x="2905" y="58"/>
                  </a:cubicBezTo>
                  <a:cubicBezTo>
                    <a:pt x="2899" y="58"/>
                    <a:pt x="2883" y="51"/>
                    <a:pt x="2876" y="44"/>
                  </a:cubicBezTo>
                  <a:cubicBezTo>
                    <a:pt x="2864" y="38"/>
                    <a:pt x="2852" y="33"/>
                    <a:pt x="2840" y="26"/>
                  </a:cubicBezTo>
                  <a:lnTo>
                    <a:pt x="2840" y="26"/>
                  </a:lnTo>
                  <a:cubicBezTo>
                    <a:pt x="3416" y="371"/>
                    <a:pt x="3398" y="922"/>
                    <a:pt x="2804" y="1259"/>
                  </a:cubicBezTo>
                  <a:cubicBezTo>
                    <a:pt x="2509" y="1423"/>
                    <a:pt x="2131" y="1505"/>
                    <a:pt x="1754" y="1505"/>
                  </a:cubicBezTo>
                  <a:cubicBezTo>
                    <a:pt x="1357" y="1505"/>
                    <a:pt x="961" y="1415"/>
                    <a:pt x="663" y="1238"/>
                  </a:cubicBezTo>
                  <a:cubicBezTo>
                    <a:pt x="80" y="884"/>
                    <a:pt x="95" y="332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1" y="1"/>
                  </a:moveTo>
                  <a:lnTo>
                    <a:pt x="25" y="15"/>
                  </a:lnTo>
                  <a:lnTo>
                    <a:pt x="25" y="15"/>
                  </a:lnTo>
                  <a:cubicBezTo>
                    <a:pt x="18" y="10"/>
                    <a:pt x="11" y="6"/>
                    <a:pt x="1" y="1"/>
                  </a:cubicBezTo>
                  <a:close/>
                  <a:moveTo>
                    <a:pt x="25" y="15"/>
                  </a:moveTo>
                  <a:cubicBezTo>
                    <a:pt x="29" y="17"/>
                    <a:pt x="32" y="19"/>
                    <a:pt x="37" y="22"/>
                  </a:cubicBezTo>
                  <a:lnTo>
                    <a:pt x="25" y="15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fill="none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121061" y="8925738"/>
              <a:ext cx="207378" cy="300587"/>
            </a:xfrm>
            <a:custGeom>
              <a:rect b="b" l="l" r="r" t="t"/>
              <a:pathLst>
                <a:path extrusionOk="0" h="2825" w="1949">
                  <a:moveTo>
                    <a:pt x="58" y="0"/>
                  </a:moveTo>
                  <a:lnTo>
                    <a:pt x="1" y="87"/>
                  </a:lnTo>
                  <a:cubicBezTo>
                    <a:pt x="28" y="137"/>
                    <a:pt x="51" y="173"/>
                    <a:pt x="78" y="244"/>
                  </a:cubicBezTo>
                  <a:cubicBezTo>
                    <a:pt x="78" y="251"/>
                    <a:pt x="87" y="259"/>
                    <a:pt x="87" y="273"/>
                  </a:cubicBezTo>
                  <a:lnTo>
                    <a:pt x="1495" y="2566"/>
                  </a:lnTo>
                  <a:lnTo>
                    <a:pt x="1948" y="282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127126" y="8904989"/>
              <a:ext cx="237278" cy="831429"/>
            </a:xfrm>
            <a:custGeom>
              <a:rect b="b" l="l" r="r" t="t"/>
              <a:pathLst>
                <a:path extrusionOk="0" h="7814" w="2230">
                  <a:moveTo>
                    <a:pt x="130" y="1"/>
                  </a:moveTo>
                  <a:lnTo>
                    <a:pt x="130" y="7"/>
                  </a:lnTo>
                  <a:lnTo>
                    <a:pt x="1" y="195"/>
                  </a:lnTo>
                  <a:lnTo>
                    <a:pt x="1891" y="3019"/>
                  </a:lnTo>
                  <a:lnTo>
                    <a:pt x="425" y="6973"/>
                  </a:lnTo>
                  <a:lnTo>
                    <a:pt x="403" y="7023"/>
                  </a:lnTo>
                  <a:lnTo>
                    <a:pt x="108" y="7814"/>
                  </a:lnTo>
                  <a:lnTo>
                    <a:pt x="489" y="7591"/>
                  </a:lnTo>
                  <a:lnTo>
                    <a:pt x="684" y="7080"/>
                  </a:lnTo>
                  <a:lnTo>
                    <a:pt x="704" y="7023"/>
                  </a:lnTo>
                  <a:lnTo>
                    <a:pt x="2229" y="2890"/>
                  </a:lnTo>
                  <a:lnTo>
                    <a:pt x="2207" y="268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089672" y="9198662"/>
              <a:ext cx="238767" cy="537758"/>
            </a:xfrm>
            <a:custGeom>
              <a:rect b="b" l="l" r="r" t="t"/>
              <a:pathLst>
                <a:path extrusionOk="0" h="5054" w="2244">
                  <a:moveTo>
                    <a:pt x="1790" y="1"/>
                  </a:moveTo>
                  <a:lnTo>
                    <a:pt x="223" y="4198"/>
                  </a:lnTo>
                  <a:lnTo>
                    <a:pt x="201" y="4250"/>
                  </a:lnTo>
                  <a:lnTo>
                    <a:pt x="1" y="4788"/>
                  </a:lnTo>
                  <a:lnTo>
                    <a:pt x="460" y="5054"/>
                  </a:lnTo>
                  <a:lnTo>
                    <a:pt x="755" y="4263"/>
                  </a:lnTo>
                  <a:lnTo>
                    <a:pt x="777" y="4213"/>
                  </a:lnTo>
                  <a:lnTo>
                    <a:pt x="2243" y="259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026149" y="8817100"/>
              <a:ext cx="124065" cy="117894"/>
            </a:xfrm>
            <a:custGeom>
              <a:rect b="b" l="l" r="r" t="t"/>
              <a:pathLst>
                <a:path extrusionOk="0" h="1108" w="1166">
                  <a:moveTo>
                    <a:pt x="623" y="0"/>
                  </a:moveTo>
                  <a:cubicBezTo>
                    <a:pt x="524" y="0"/>
                    <a:pt x="454" y="27"/>
                    <a:pt x="418" y="43"/>
                  </a:cubicBezTo>
                  <a:cubicBezTo>
                    <a:pt x="418" y="43"/>
                    <a:pt x="382" y="57"/>
                    <a:pt x="339" y="86"/>
                  </a:cubicBezTo>
                  <a:cubicBezTo>
                    <a:pt x="310" y="100"/>
                    <a:pt x="310" y="100"/>
                    <a:pt x="266" y="137"/>
                  </a:cubicBezTo>
                  <a:cubicBezTo>
                    <a:pt x="260" y="150"/>
                    <a:pt x="246" y="159"/>
                    <a:pt x="237" y="173"/>
                  </a:cubicBezTo>
                  <a:cubicBezTo>
                    <a:pt x="223" y="193"/>
                    <a:pt x="203" y="216"/>
                    <a:pt x="180" y="237"/>
                  </a:cubicBezTo>
                  <a:lnTo>
                    <a:pt x="1" y="518"/>
                  </a:lnTo>
                  <a:cubicBezTo>
                    <a:pt x="30" y="518"/>
                    <a:pt x="58" y="525"/>
                    <a:pt x="87" y="532"/>
                  </a:cubicBezTo>
                  <a:cubicBezTo>
                    <a:pt x="123" y="538"/>
                    <a:pt x="166" y="554"/>
                    <a:pt x="223" y="575"/>
                  </a:cubicBezTo>
                  <a:cubicBezTo>
                    <a:pt x="260" y="590"/>
                    <a:pt x="303" y="611"/>
                    <a:pt x="346" y="640"/>
                  </a:cubicBezTo>
                  <a:cubicBezTo>
                    <a:pt x="367" y="647"/>
                    <a:pt x="382" y="654"/>
                    <a:pt x="396" y="661"/>
                  </a:cubicBezTo>
                  <a:cubicBezTo>
                    <a:pt x="496" y="720"/>
                    <a:pt x="598" y="790"/>
                    <a:pt x="684" y="863"/>
                  </a:cubicBezTo>
                  <a:cubicBezTo>
                    <a:pt x="691" y="870"/>
                    <a:pt x="705" y="883"/>
                    <a:pt x="720" y="892"/>
                  </a:cubicBezTo>
                  <a:cubicBezTo>
                    <a:pt x="734" y="913"/>
                    <a:pt x="748" y="927"/>
                    <a:pt x="763" y="942"/>
                  </a:cubicBezTo>
                  <a:cubicBezTo>
                    <a:pt x="791" y="963"/>
                    <a:pt x="813" y="992"/>
                    <a:pt x="827" y="1013"/>
                  </a:cubicBezTo>
                  <a:cubicBezTo>
                    <a:pt x="834" y="1021"/>
                    <a:pt x="841" y="1028"/>
                    <a:pt x="850" y="1035"/>
                  </a:cubicBezTo>
                  <a:cubicBezTo>
                    <a:pt x="863" y="1065"/>
                    <a:pt x="877" y="1085"/>
                    <a:pt x="893" y="1108"/>
                  </a:cubicBezTo>
                  <a:lnTo>
                    <a:pt x="950" y="1021"/>
                  </a:lnTo>
                  <a:lnTo>
                    <a:pt x="1079" y="833"/>
                  </a:lnTo>
                  <a:lnTo>
                    <a:pt x="1079" y="827"/>
                  </a:lnTo>
                  <a:cubicBezTo>
                    <a:pt x="1086" y="813"/>
                    <a:pt x="1093" y="797"/>
                    <a:pt x="1100" y="783"/>
                  </a:cubicBezTo>
                  <a:cubicBezTo>
                    <a:pt x="1108" y="777"/>
                    <a:pt x="1108" y="770"/>
                    <a:pt x="1115" y="763"/>
                  </a:cubicBezTo>
                  <a:cubicBezTo>
                    <a:pt x="1129" y="726"/>
                    <a:pt x="1143" y="690"/>
                    <a:pt x="1151" y="654"/>
                  </a:cubicBezTo>
                  <a:cubicBezTo>
                    <a:pt x="1151" y="640"/>
                    <a:pt x="1158" y="633"/>
                    <a:pt x="1158" y="618"/>
                  </a:cubicBezTo>
                  <a:cubicBezTo>
                    <a:pt x="1165" y="568"/>
                    <a:pt x="1165" y="504"/>
                    <a:pt x="1158" y="452"/>
                  </a:cubicBezTo>
                  <a:cubicBezTo>
                    <a:pt x="1122" y="237"/>
                    <a:pt x="956" y="57"/>
                    <a:pt x="748" y="14"/>
                  </a:cubicBezTo>
                  <a:cubicBezTo>
                    <a:pt x="702" y="4"/>
                    <a:pt x="660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793658" y="9001923"/>
              <a:ext cx="294522" cy="202378"/>
            </a:xfrm>
            <a:custGeom>
              <a:rect b="b" l="l" r="r" t="t"/>
              <a:pathLst>
                <a:path extrusionOk="0" h="1902" w="2768">
                  <a:moveTo>
                    <a:pt x="504" y="232"/>
                  </a:moveTo>
                  <a:cubicBezTo>
                    <a:pt x="601" y="232"/>
                    <a:pt x="742" y="267"/>
                    <a:pt x="921" y="340"/>
                  </a:cubicBezTo>
                  <a:cubicBezTo>
                    <a:pt x="1121" y="427"/>
                    <a:pt x="1344" y="556"/>
                    <a:pt x="1560" y="692"/>
                  </a:cubicBezTo>
                  <a:cubicBezTo>
                    <a:pt x="1870" y="901"/>
                    <a:pt x="2150" y="1139"/>
                    <a:pt x="2301" y="1339"/>
                  </a:cubicBezTo>
                  <a:cubicBezTo>
                    <a:pt x="2468" y="1556"/>
                    <a:pt x="2447" y="1675"/>
                    <a:pt x="2275" y="1675"/>
                  </a:cubicBezTo>
                  <a:cubicBezTo>
                    <a:pt x="2179" y="1675"/>
                    <a:pt x="2037" y="1639"/>
                    <a:pt x="1855" y="1562"/>
                  </a:cubicBezTo>
                  <a:cubicBezTo>
                    <a:pt x="1646" y="1475"/>
                    <a:pt x="1423" y="1355"/>
                    <a:pt x="1215" y="1210"/>
                  </a:cubicBezTo>
                  <a:cubicBezTo>
                    <a:pt x="906" y="1010"/>
                    <a:pt x="619" y="765"/>
                    <a:pt x="468" y="570"/>
                  </a:cubicBezTo>
                  <a:cubicBezTo>
                    <a:pt x="300" y="351"/>
                    <a:pt x="326" y="232"/>
                    <a:pt x="504" y="232"/>
                  </a:cubicBezTo>
                  <a:close/>
                  <a:moveTo>
                    <a:pt x="222" y="1"/>
                  </a:moveTo>
                  <a:cubicBezTo>
                    <a:pt x="135" y="1"/>
                    <a:pt x="77" y="23"/>
                    <a:pt x="50" y="68"/>
                  </a:cubicBezTo>
                  <a:cubicBezTo>
                    <a:pt x="0" y="138"/>
                    <a:pt x="43" y="268"/>
                    <a:pt x="179" y="449"/>
                  </a:cubicBezTo>
                  <a:cubicBezTo>
                    <a:pt x="381" y="708"/>
                    <a:pt x="756" y="1023"/>
                    <a:pt x="1158" y="1296"/>
                  </a:cubicBezTo>
                  <a:cubicBezTo>
                    <a:pt x="1439" y="1475"/>
                    <a:pt x="1732" y="1641"/>
                    <a:pt x="2006" y="1757"/>
                  </a:cubicBezTo>
                  <a:cubicBezTo>
                    <a:pt x="2240" y="1855"/>
                    <a:pt x="2424" y="1902"/>
                    <a:pt x="2550" y="1902"/>
                  </a:cubicBezTo>
                  <a:cubicBezTo>
                    <a:pt x="2636" y="1902"/>
                    <a:pt x="2695" y="1880"/>
                    <a:pt x="2724" y="1836"/>
                  </a:cubicBezTo>
                  <a:cubicBezTo>
                    <a:pt x="2767" y="1770"/>
                    <a:pt x="2733" y="1641"/>
                    <a:pt x="2595" y="1462"/>
                  </a:cubicBezTo>
                  <a:cubicBezTo>
                    <a:pt x="2395" y="1196"/>
                    <a:pt x="2020" y="880"/>
                    <a:pt x="1611" y="613"/>
                  </a:cubicBezTo>
                  <a:cubicBezTo>
                    <a:pt x="1337" y="427"/>
                    <a:pt x="1042" y="261"/>
                    <a:pt x="769" y="147"/>
                  </a:cubicBezTo>
                  <a:cubicBezTo>
                    <a:pt x="535" y="49"/>
                    <a:pt x="349" y="1"/>
                    <a:pt x="22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825472" y="9026502"/>
              <a:ext cx="230787" cy="153752"/>
            </a:xfrm>
            <a:custGeom>
              <a:rect b="b" l="l" r="r" t="t"/>
              <a:pathLst>
                <a:path extrusionOk="0" h="1445" w="2169">
                  <a:moveTo>
                    <a:pt x="205" y="1"/>
                  </a:moveTo>
                  <a:cubicBezTo>
                    <a:pt x="27" y="1"/>
                    <a:pt x="1" y="120"/>
                    <a:pt x="169" y="339"/>
                  </a:cubicBezTo>
                  <a:cubicBezTo>
                    <a:pt x="320" y="534"/>
                    <a:pt x="607" y="779"/>
                    <a:pt x="916" y="979"/>
                  </a:cubicBezTo>
                  <a:cubicBezTo>
                    <a:pt x="1124" y="1124"/>
                    <a:pt x="1347" y="1244"/>
                    <a:pt x="1556" y="1331"/>
                  </a:cubicBezTo>
                  <a:cubicBezTo>
                    <a:pt x="1738" y="1408"/>
                    <a:pt x="1880" y="1444"/>
                    <a:pt x="1976" y="1444"/>
                  </a:cubicBezTo>
                  <a:cubicBezTo>
                    <a:pt x="2148" y="1444"/>
                    <a:pt x="2169" y="1325"/>
                    <a:pt x="2002" y="1108"/>
                  </a:cubicBezTo>
                  <a:cubicBezTo>
                    <a:pt x="1851" y="908"/>
                    <a:pt x="1571" y="670"/>
                    <a:pt x="1261" y="461"/>
                  </a:cubicBezTo>
                  <a:cubicBezTo>
                    <a:pt x="1045" y="325"/>
                    <a:pt x="822" y="196"/>
                    <a:pt x="622" y="109"/>
                  </a:cubicBezTo>
                  <a:cubicBezTo>
                    <a:pt x="443" y="36"/>
                    <a:pt x="302" y="1"/>
                    <a:pt x="205" y="1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798978" y="8870940"/>
              <a:ext cx="345170" cy="326336"/>
            </a:xfrm>
            <a:custGeom>
              <a:rect b="b" l="l" r="r" t="t"/>
              <a:pathLst>
                <a:path extrusionOk="0" h="3067" w="3244">
                  <a:moveTo>
                    <a:pt x="3" y="1293"/>
                  </a:moveTo>
                  <a:cubicBezTo>
                    <a:pt x="2" y="1295"/>
                    <a:pt x="1" y="1297"/>
                    <a:pt x="0" y="1299"/>
                  </a:cubicBezTo>
                  <a:cubicBezTo>
                    <a:pt x="1" y="1297"/>
                    <a:pt x="2" y="1295"/>
                    <a:pt x="3" y="1293"/>
                  </a:cubicBezTo>
                  <a:close/>
                  <a:moveTo>
                    <a:pt x="1962" y="1"/>
                  </a:moveTo>
                  <a:cubicBezTo>
                    <a:pt x="1859" y="1"/>
                    <a:pt x="1767" y="12"/>
                    <a:pt x="1698" y="26"/>
                  </a:cubicBezTo>
                  <a:cubicBezTo>
                    <a:pt x="1423" y="69"/>
                    <a:pt x="1208" y="177"/>
                    <a:pt x="1130" y="214"/>
                  </a:cubicBezTo>
                  <a:cubicBezTo>
                    <a:pt x="914" y="314"/>
                    <a:pt x="706" y="472"/>
                    <a:pt x="626" y="536"/>
                  </a:cubicBezTo>
                  <a:cubicBezTo>
                    <a:pt x="554" y="593"/>
                    <a:pt x="474" y="666"/>
                    <a:pt x="388" y="759"/>
                  </a:cubicBezTo>
                  <a:cubicBezTo>
                    <a:pt x="368" y="781"/>
                    <a:pt x="338" y="817"/>
                    <a:pt x="318" y="838"/>
                  </a:cubicBezTo>
                  <a:cubicBezTo>
                    <a:pt x="281" y="881"/>
                    <a:pt x="238" y="947"/>
                    <a:pt x="202" y="990"/>
                  </a:cubicBezTo>
                  <a:cubicBezTo>
                    <a:pt x="139" y="1088"/>
                    <a:pt x="68" y="1193"/>
                    <a:pt x="3" y="1293"/>
                  </a:cubicBezTo>
                  <a:lnTo>
                    <a:pt x="3" y="1293"/>
                  </a:lnTo>
                  <a:cubicBezTo>
                    <a:pt x="31" y="1253"/>
                    <a:pt x="89" y="1232"/>
                    <a:pt x="172" y="1232"/>
                  </a:cubicBezTo>
                  <a:cubicBezTo>
                    <a:pt x="299" y="1232"/>
                    <a:pt x="485" y="1280"/>
                    <a:pt x="719" y="1378"/>
                  </a:cubicBezTo>
                  <a:cubicBezTo>
                    <a:pt x="992" y="1492"/>
                    <a:pt x="1287" y="1658"/>
                    <a:pt x="1561" y="1844"/>
                  </a:cubicBezTo>
                  <a:cubicBezTo>
                    <a:pt x="1970" y="2111"/>
                    <a:pt x="2345" y="2427"/>
                    <a:pt x="2545" y="2693"/>
                  </a:cubicBezTo>
                  <a:cubicBezTo>
                    <a:pt x="2682" y="2871"/>
                    <a:pt x="2717" y="2999"/>
                    <a:pt x="2675" y="3065"/>
                  </a:cubicBezTo>
                  <a:lnTo>
                    <a:pt x="2675" y="3065"/>
                  </a:lnTo>
                  <a:cubicBezTo>
                    <a:pt x="2740" y="2964"/>
                    <a:pt x="2812" y="2865"/>
                    <a:pt x="2876" y="2765"/>
                  </a:cubicBezTo>
                  <a:cubicBezTo>
                    <a:pt x="3028" y="2542"/>
                    <a:pt x="3098" y="2304"/>
                    <a:pt x="3128" y="2189"/>
                  </a:cubicBezTo>
                  <a:cubicBezTo>
                    <a:pt x="3135" y="2182"/>
                    <a:pt x="3214" y="1902"/>
                    <a:pt x="3235" y="1601"/>
                  </a:cubicBezTo>
                  <a:cubicBezTo>
                    <a:pt x="3243" y="1406"/>
                    <a:pt x="3235" y="1226"/>
                    <a:pt x="3178" y="997"/>
                  </a:cubicBezTo>
                  <a:cubicBezTo>
                    <a:pt x="3178" y="997"/>
                    <a:pt x="3157" y="888"/>
                    <a:pt x="3114" y="788"/>
                  </a:cubicBezTo>
                  <a:lnTo>
                    <a:pt x="2898" y="436"/>
                  </a:lnTo>
                  <a:cubicBezTo>
                    <a:pt x="2883" y="421"/>
                    <a:pt x="2869" y="407"/>
                    <a:pt x="2855" y="386"/>
                  </a:cubicBezTo>
                  <a:cubicBezTo>
                    <a:pt x="2840" y="377"/>
                    <a:pt x="2826" y="364"/>
                    <a:pt x="2819" y="357"/>
                  </a:cubicBezTo>
                  <a:cubicBezTo>
                    <a:pt x="2733" y="284"/>
                    <a:pt x="2631" y="214"/>
                    <a:pt x="2531" y="155"/>
                  </a:cubicBezTo>
                  <a:cubicBezTo>
                    <a:pt x="2517" y="148"/>
                    <a:pt x="2502" y="141"/>
                    <a:pt x="2481" y="134"/>
                  </a:cubicBezTo>
                  <a:cubicBezTo>
                    <a:pt x="2438" y="105"/>
                    <a:pt x="2395" y="84"/>
                    <a:pt x="2358" y="69"/>
                  </a:cubicBezTo>
                  <a:cubicBezTo>
                    <a:pt x="2301" y="48"/>
                    <a:pt x="2258" y="32"/>
                    <a:pt x="2222" y="26"/>
                  </a:cubicBezTo>
                  <a:cubicBezTo>
                    <a:pt x="2193" y="19"/>
                    <a:pt x="2165" y="12"/>
                    <a:pt x="2136" y="12"/>
                  </a:cubicBezTo>
                  <a:cubicBezTo>
                    <a:pt x="2076" y="4"/>
                    <a:pt x="2018" y="1"/>
                    <a:pt x="1962" y="1"/>
                  </a:cubicBezTo>
                  <a:close/>
                  <a:moveTo>
                    <a:pt x="2675" y="3065"/>
                  </a:moveTo>
                  <a:cubicBezTo>
                    <a:pt x="2675" y="3066"/>
                    <a:pt x="2674" y="3066"/>
                    <a:pt x="2674" y="3067"/>
                  </a:cubicBezTo>
                  <a:cubicBezTo>
                    <a:pt x="2674" y="3066"/>
                    <a:pt x="2675" y="3066"/>
                    <a:pt x="2675" y="3065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0"/>
          <p:cNvGrpSpPr/>
          <p:nvPr/>
        </p:nvGrpSpPr>
        <p:grpSpPr>
          <a:xfrm>
            <a:off x="1762077" y="317323"/>
            <a:ext cx="7204876" cy="4590157"/>
            <a:chOff x="1762077" y="317323"/>
            <a:chExt cx="7204876" cy="4590157"/>
          </a:xfrm>
        </p:grpSpPr>
        <p:sp>
          <p:nvSpPr>
            <p:cNvPr id="281" name="Google Shape;281;p20"/>
            <p:cNvSpPr/>
            <p:nvPr/>
          </p:nvSpPr>
          <p:spPr>
            <a:xfrm>
              <a:off x="8801727" y="1164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449803" y="19535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20"/>
            <p:cNvGrpSpPr/>
            <p:nvPr/>
          </p:nvGrpSpPr>
          <p:grpSpPr>
            <a:xfrm>
              <a:off x="8170040" y="317323"/>
              <a:ext cx="114150" cy="114196"/>
              <a:chOff x="-685100" y="4136737"/>
              <a:chExt cx="38359" cy="38359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20"/>
            <p:cNvSpPr/>
            <p:nvPr/>
          </p:nvSpPr>
          <p:spPr>
            <a:xfrm>
              <a:off x="1762077" y="47722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0"/>
          <p:cNvSpPr txBox="1"/>
          <p:nvPr>
            <p:ph type="title"/>
          </p:nvPr>
        </p:nvSpPr>
        <p:spPr>
          <a:xfrm>
            <a:off x="4808712" y="1436400"/>
            <a:ext cx="25731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8" name="Google Shape;288;p20"/>
          <p:cNvSpPr txBox="1"/>
          <p:nvPr>
            <p:ph idx="1" type="subTitle"/>
          </p:nvPr>
        </p:nvSpPr>
        <p:spPr>
          <a:xfrm>
            <a:off x="4808837" y="2497200"/>
            <a:ext cx="2573100" cy="12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1"/>
          <p:cNvGrpSpPr/>
          <p:nvPr/>
        </p:nvGrpSpPr>
        <p:grpSpPr>
          <a:xfrm>
            <a:off x="211685" y="269698"/>
            <a:ext cx="976380" cy="1044888"/>
            <a:chOff x="211685" y="269698"/>
            <a:chExt cx="976380" cy="1044888"/>
          </a:xfrm>
        </p:grpSpPr>
        <p:sp>
          <p:nvSpPr>
            <p:cNvPr id="291" name="Google Shape;291;p21"/>
            <p:cNvSpPr/>
            <p:nvPr/>
          </p:nvSpPr>
          <p:spPr>
            <a:xfrm>
              <a:off x="275053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" name="Google Shape;292;p21"/>
            <p:cNvGrpSpPr/>
            <p:nvPr/>
          </p:nvGrpSpPr>
          <p:grpSpPr>
            <a:xfrm>
              <a:off x="1073915" y="269698"/>
              <a:ext cx="114150" cy="114196"/>
              <a:chOff x="-685100" y="4136737"/>
              <a:chExt cx="38359" cy="38359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" name="Google Shape;295;p21"/>
            <p:cNvSpPr/>
            <p:nvPr/>
          </p:nvSpPr>
          <p:spPr>
            <a:xfrm>
              <a:off x="211685" y="12138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316762" y="3839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1"/>
          <p:cNvSpPr txBox="1"/>
          <p:nvPr>
            <p:ph type="title"/>
          </p:nvPr>
        </p:nvSpPr>
        <p:spPr>
          <a:xfrm>
            <a:off x="2417638" y="2105845"/>
            <a:ext cx="22593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1"/>
          <p:cNvSpPr txBox="1"/>
          <p:nvPr>
            <p:ph idx="1" type="subTitle"/>
          </p:nvPr>
        </p:nvSpPr>
        <p:spPr>
          <a:xfrm>
            <a:off x="2417650" y="3149824"/>
            <a:ext cx="2259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-166660" y="1704104"/>
            <a:ext cx="9228233" cy="3135984"/>
            <a:chOff x="-166660" y="1704104"/>
            <a:chExt cx="9228233" cy="3135984"/>
          </a:xfrm>
        </p:grpSpPr>
        <p:sp>
          <p:nvSpPr>
            <p:cNvPr id="301" name="Google Shape;301;p22"/>
            <p:cNvSpPr/>
            <p:nvPr/>
          </p:nvSpPr>
          <p:spPr>
            <a:xfrm>
              <a:off x="-166660" y="21093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252477" y="1704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03785" y="23481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22"/>
            <p:cNvGrpSpPr/>
            <p:nvPr/>
          </p:nvGrpSpPr>
          <p:grpSpPr>
            <a:xfrm>
              <a:off x="8830365" y="3760098"/>
              <a:ext cx="114150" cy="114196"/>
              <a:chOff x="-685100" y="4136737"/>
              <a:chExt cx="38359" cy="38359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7" name="Google Shape;307;p22"/>
            <p:cNvSpPr/>
            <p:nvPr/>
          </p:nvSpPr>
          <p:spPr>
            <a:xfrm>
              <a:off x="8642440" y="4447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8590762" y="40509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8430785" y="47407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22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720000" y="1139550"/>
            <a:ext cx="77040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" name="Google Shape;324;p23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23"/>
          <p:cNvSpPr txBox="1"/>
          <p:nvPr>
            <p:ph idx="1" type="subTitle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3"/>
          <p:cNvSpPr txBox="1"/>
          <p:nvPr>
            <p:ph idx="2" type="subTitle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3"/>
          <p:cNvSpPr txBox="1"/>
          <p:nvPr>
            <p:ph idx="3" type="subTitle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8" name="Google Shape;328;p23"/>
          <p:cNvSpPr txBox="1"/>
          <p:nvPr>
            <p:ph idx="4" type="subTitle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4"/>
          <p:cNvGrpSpPr/>
          <p:nvPr/>
        </p:nvGrpSpPr>
        <p:grpSpPr>
          <a:xfrm>
            <a:off x="236590" y="228373"/>
            <a:ext cx="8797477" cy="4710226"/>
            <a:chOff x="236590" y="228373"/>
            <a:chExt cx="8797477" cy="4710226"/>
          </a:xfrm>
        </p:grpSpPr>
        <p:grpSp>
          <p:nvGrpSpPr>
            <p:cNvPr id="331" name="Google Shape;331;p24"/>
            <p:cNvGrpSpPr/>
            <p:nvPr/>
          </p:nvGrpSpPr>
          <p:grpSpPr>
            <a:xfrm>
              <a:off x="513562" y="228373"/>
              <a:ext cx="8520505" cy="4710226"/>
              <a:chOff x="513562" y="228373"/>
              <a:chExt cx="8520505" cy="4710226"/>
            </a:xfrm>
          </p:grpSpPr>
          <p:grpSp>
            <p:nvGrpSpPr>
              <p:cNvPr id="332" name="Google Shape;332;p24"/>
              <p:cNvGrpSpPr/>
              <p:nvPr/>
            </p:nvGrpSpPr>
            <p:grpSpPr>
              <a:xfrm>
                <a:off x="8699790" y="3091698"/>
                <a:ext cx="114150" cy="114196"/>
                <a:chOff x="-685100" y="4136737"/>
                <a:chExt cx="38359" cy="38359"/>
              </a:xfrm>
            </p:grpSpPr>
            <p:sp>
              <p:nvSpPr>
                <p:cNvPr id="333" name="Google Shape;333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5" name="Google Shape;335;p24"/>
              <p:cNvGrpSpPr/>
              <p:nvPr/>
            </p:nvGrpSpPr>
            <p:grpSpPr>
              <a:xfrm>
                <a:off x="513562" y="228373"/>
                <a:ext cx="8061130" cy="4710226"/>
                <a:chOff x="513562" y="228373"/>
                <a:chExt cx="8061130" cy="4710226"/>
              </a:xfrm>
            </p:grpSpPr>
            <p:sp>
              <p:nvSpPr>
                <p:cNvPr id="336" name="Google Shape;336;p24"/>
                <p:cNvSpPr/>
                <p:nvPr/>
              </p:nvSpPr>
              <p:spPr>
                <a:xfrm>
                  <a:off x="513562" y="44519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24"/>
                <p:cNvSpPr/>
                <p:nvPr/>
              </p:nvSpPr>
              <p:spPr>
                <a:xfrm>
                  <a:off x="906835" y="4837822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7899840" y="2283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4"/>
                <p:cNvSpPr/>
                <p:nvPr/>
              </p:nvSpPr>
              <p:spPr>
                <a:xfrm>
                  <a:off x="8475537" y="4898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2" name="Google Shape;342;p24"/>
              <p:cNvSpPr/>
              <p:nvPr/>
            </p:nvSpPr>
            <p:spPr>
              <a:xfrm>
                <a:off x="8934912" y="34736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3" name="Google Shape;343;p24"/>
            <p:cNvSpPr/>
            <p:nvPr/>
          </p:nvSpPr>
          <p:spPr>
            <a:xfrm>
              <a:off x="236590" y="48133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8325640" y="22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4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24"/>
          <p:cNvSpPr txBox="1"/>
          <p:nvPr>
            <p:ph idx="1" type="subTitle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idx="2" type="subTitle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5"/>
          <p:cNvGrpSpPr/>
          <p:nvPr/>
        </p:nvGrpSpPr>
        <p:grpSpPr>
          <a:xfrm>
            <a:off x="166815" y="243629"/>
            <a:ext cx="8676308" cy="4751139"/>
            <a:chOff x="166815" y="243629"/>
            <a:chExt cx="8676308" cy="4751139"/>
          </a:xfrm>
        </p:grpSpPr>
        <p:sp>
          <p:nvSpPr>
            <p:cNvPr id="350" name="Google Shape;350;p25"/>
            <p:cNvSpPr/>
            <p:nvPr/>
          </p:nvSpPr>
          <p:spPr>
            <a:xfrm>
              <a:off x="8652960" y="603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8009027" y="243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8423990" y="297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166815" y="48805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323860" y="4327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585962" y="46848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5"/>
            <p:cNvGrpSpPr/>
            <p:nvPr/>
          </p:nvGrpSpPr>
          <p:grpSpPr>
            <a:xfrm>
              <a:off x="984215" y="4880573"/>
              <a:ext cx="114150" cy="114196"/>
              <a:chOff x="-685100" y="4136737"/>
              <a:chExt cx="38359" cy="38359"/>
            </a:xfrm>
          </p:grpSpPr>
          <p:sp>
            <p:nvSpPr>
              <p:cNvPr id="357" name="Google Shape;357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9" name="Google Shape;359;p25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25"/>
          <p:cNvSpPr txBox="1"/>
          <p:nvPr>
            <p:ph idx="1" type="body"/>
          </p:nvPr>
        </p:nvSpPr>
        <p:spPr>
          <a:xfrm>
            <a:off x="720000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25"/>
          <p:cNvSpPr txBox="1"/>
          <p:nvPr>
            <p:ph idx="2" type="body"/>
          </p:nvPr>
        </p:nvSpPr>
        <p:spPr>
          <a:xfrm>
            <a:off x="4588375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-209010" y="539498"/>
            <a:ext cx="9154058" cy="4421204"/>
            <a:chOff x="-209010" y="539498"/>
            <a:chExt cx="9154058" cy="4421204"/>
          </a:xfrm>
        </p:grpSpPr>
        <p:sp>
          <p:nvSpPr>
            <p:cNvPr id="364" name="Google Shape;364;p26"/>
            <p:cNvSpPr/>
            <p:nvPr/>
          </p:nvSpPr>
          <p:spPr>
            <a:xfrm>
              <a:off x="137152" y="978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5" name="Google Shape;365;p26"/>
            <p:cNvGrpSpPr/>
            <p:nvPr/>
          </p:nvGrpSpPr>
          <p:grpSpPr>
            <a:xfrm>
              <a:off x="442090" y="539498"/>
              <a:ext cx="114150" cy="114196"/>
              <a:chOff x="-685100" y="4136737"/>
              <a:chExt cx="38359" cy="38359"/>
            </a:xfrm>
          </p:grpSpPr>
          <p:sp>
            <p:nvSpPr>
              <p:cNvPr id="366" name="Google Shape;366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26"/>
            <p:cNvSpPr/>
            <p:nvPr/>
          </p:nvSpPr>
          <p:spPr>
            <a:xfrm>
              <a:off x="-209010" y="6537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8111350" y="4861351"/>
              <a:ext cx="105074" cy="99351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8525915" y="4934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48850" y="45046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26"/>
            <p:cNvGrpSpPr/>
            <p:nvPr/>
          </p:nvGrpSpPr>
          <p:grpSpPr>
            <a:xfrm>
              <a:off x="8807965" y="4028023"/>
              <a:ext cx="114162" cy="114196"/>
              <a:chOff x="-731163" y="4510964"/>
              <a:chExt cx="38363" cy="38359"/>
            </a:xfrm>
          </p:grpSpPr>
          <p:sp>
            <p:nvSpPr>
              <p:cNvPr id="373" name="Google Shape;373;p26"/>
              <p:cNvSpPr/>
              <p:nvPr/>
            </p:nvSpPr>
            <p:spPr>
              <a:xfrm>
                <a:off x="-731163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-731159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26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26"/>
          <p:cNvSpPr txBox="1"/>
          <p:nvPr>
            <p:ph idx="1" type="subTitle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6"/>
          <p:cNvSpPr txBox="1"/>
          <p:nvPr>
            <p:ph idx="2" type="subTitle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6"/>
          <p:cNvSpPr txBox="1"/>
          <p:nvPr>
            <p:ph idx="3" type="subTitle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6"/>
          <p:cNvSpPr txBox="1"/>
          <p:nvPr>
            <p:ph idx="4" type="subTitle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0" name="Google Shape;380;p26"/>
          <p:cNvSpPr txBox="1"/>
          <p:nvPr>
            <p:ph idx="5" type="subTitle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1" name="Google Shape;381;p26"/>
          <p:cNvSpPr txBox="1"/>
          <p:nvPr>
            <p:ph idx="6" type="subTitle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7"/>
          <p:cNvGrpSpPr/>
          <p:nvPr/>
        </p:nvGrpSpPr>
        <p:grpSpPr>
          <a:xfrm>
            <a:off x="275053" y="951391"/>
            <a:ext cx="8693790" cy="4046252"/>
            <a:chOff x="275053" y="951391"/>
            <a:chExt cx="8693790" cy="4046252"/>
          </a:xfrm>
        </p:grpSpPr>
        <p:grpSp>
          <p:nvGrpSpPr>
            <p:cNvPr id="384" name="Google Shape;384;p27"/>
            <p:cNvGrpSpPr/>
            <p:nvPr/>
          </p:nvGrpSpPr>
          <p:grpSpPr>
            <a:xfrm>
              <a:off x="1229490" y="4883448"/>
              <a:ext cx="114150" cy="114196"/>
              <a:chOff x="-685100" y="4136737"/>
              <a:chExt cx="38359" cy="38359"/>
            </a:xfrm>
          </p:grpSpPr>
          <p:sp>
            <p:nvSpPr>
              <p:cNvPr id="385" name="Google Shape;385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7" name="Google Shape;387;p27"/>
            <p:cNvSpPr/>
            <p:nvPr/>
          </p:nvSpPr>
          <p:spPr>
            <a:xfrm>
              <a:off x="275053" y="4893276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08927" y="4422021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8669860" y="9513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8355790" y="21027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8869687" y="17170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idx="1" type="subTitle"/>
          </p:nvPr>
        </p:nvSpPr>
        <p:spPr>
          <a:xfrm>
            <a:off x="3541873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7"/>
          <p:cNvSpPr txBox="1"/>
          <p:nvPr>
            <p:ph idx="2" type="subTitle"/>
          </p:nvPr>
        </p:nvSpPr>
        <p:spPr>
          <a:xfrm>
            <a:off x="6008700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7"/>
          <p:cNvSpPr txBox="1"/>
          <p:nvPr>
            <p:ph idx="3" type="subTitle"/>
          </p:nvPr>
        </p:nvSpPr>
        <p:spPr>
          <a:xfrm>
            <a:off x="3541873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7"/>
          <p:cNvSpPr txBox="1"/>
          <p:nvPr>
            <p:ph idx="4" type="subTitle"/>
          </p:nvPr>
        </p:nvSpPr>
        <p:spPr>
          <a:xfrm>
            <a:off x="6008700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7"/>
          <p:cNvSpPr txBox="1"/>
          <p:nvPr>
            <p:ph idx="5" type="subTitle"/>
          </p:nvPr>
        </p:nvSpPr>
        <p:spPr>
          <a:xfrm>
            <a:off x="3541873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8" name="Google Shape;398;p27"/>
          <p:cNvSpPr txBox="1"/>
          <p:nvPr>
            <p:ph idx="6" type="subTitle"/>
          </p:nvPr>
        </p:nvSpPr>
        <p:spPr>
          <a:xfrm>
            <a:off x="3541873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9" name="Google Shape;399;p27"/>
          <p:cNvSpPr txBox="1"/>
          <p:nvPr>
            <p:ph idx="7" type="subTitle"/>
          </p:nvPr>
        </p:nvSpPr>
        <p:spPr>
          <a:xfrm>
            <a:off x="6008700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00" name="Google Shape;400;p27"/>
          <p:cNvSpPr txBox="1"/>
          <p:nvPr>
            <p:ph idx="8" type="subTitle"/>
          </p:nvPr>
        </p:nvSpPr>
        <p:spPr>
          <a:xfrm>
            <a:off x="6008700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8"/>
          <p:cNvGrpSpPr/>
          <p:nvPr/>
        </p:nvGrpSpPr>
        <p:grpSpPr>
          <a:xfrm>
            <a:off x="207460" y="251575"/>
            <a:ext cx="8800893" cy="3650575"/>
            <a:chOff x="207460" y="251575"/>
            <a:chExt cx="8800893" cy="3650575"/>
          </a:xfrm>
        </p:grpSpPr>
        <p:sp>
          <p:nvSpPr>
            <p:cNvPr id="403" name="Google Shape;403;p28"/>
            <p:cNvSpPr/>
            <p:nvPr/>
          </p:nvSpPr>
          <p:spPr>
            <a:xfrm>
              <a:off x="207460" y="367181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584537" y="38028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312515" y="331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8"/>
            <p:cNvGrpSpPr/>
            <p:nvPr/>
          </p:nvGrpSpPr>
          <p:grpSpPr>
            <a:xfrm>
              <a:off x="8658990" y="797848"/>
              <a:ext cx="114150" cy="114196"/>
              <a:chOff x="-685100" y="4136737"/>
              <a:chExt cx="38359" cy="38359"/>
            </a:xfrm>
          </p:grpSpPr>
          <p:sp>
            <p:nvSpPr>
              <p:cNvPr id="407" name="Google Shape;407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9" name="Google Shape;409;p28"/>
            <p:cNvSpPr/>
            <p:nvPr/>
          </p:nvSpPr>
          <p:spPr>
            <a:xfrm>
              <a:off x="8423990" y="1288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843127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912110" y="3067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8666500" y="2515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28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idx="1" type="subTitle"/>
          </p:nvPr>
        </p:nvSpPr>
        <p:spPr>
          <a:xfrm>
            <a:off x="3800229" y="1338720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8"/>
          <p:cNvSpPr txBox="1"/>
          <p:nvPr>
            <p:ph idx="2" type="subTitle"/>
          </p:nvPr>
        </p:nvSpPr>
        <p:spPr>
          <a:xfrm>
            <a:off x="4031385" y="2045294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8"/>
          <p:cNvSpPr txBox="1"/>
          <p:nvPr>
            <p:ph idx="3" type="subTitle"/>
          </p:nvPr>
        </p:nvSpPr>
        <p:spPr>
          <a:xfrm>
            <a:off x="4493696" y="3452441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8"/>
          <p:cNvSpPr txBox="1"/>
          <p:nvPr>
            <p:ph idx="4" type="subTitle"/>
          </p:nvPr>
        </p:nvSpPr>
        <p:spPr>
          <a:xfrm>
            <a:off x="4724852" y="4159014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8"/>
          <p:cNvSpPr txBox="1"/>
          <p:nvPr>
            <p:ph idx="5" type="subTitle"/>
          </p:nvPr>
        </p:nvSpPr>
        <p:spPr>
          <a:xfrm>
            <a:off x="1182137" y="1338720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28"/>
          <p:cNvSpPr txBox="1"/>
          <p:nvPr>
            <p:ph idx="6" type="subTitle"/>
          </p:nvPr>
        </p:nvSpPr>
        <p:spPr>
          <a:xfrm>
            <a:off x="1875606" y="3453941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28"/>
          <p:cNvSpPr txBox="1"/>
          <p:nvPr>
            <p:ph idx="7" type="subTitle"/>
          </p:nvPr>
        </p:nvSpPr>
        <p:spPr>
          <a:xfrm>
            <a:off x="1413293" y="2043794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1" name="Google Shape;421;p28"/>
          <p:cNvSpPr txBox="1"/>
          <p:nvPr>
            <p:ph idx="8" type="subTitle"/>
          </p:nvPr>
        </p:nvSpPr>
        <p:spPr>
          <a:xfrm>
            <a:off x="2106762" y="4159014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2" name="Google Shape;422;p28"/>
          <p:cNvSpPr txBox="1"/>
          <p:nvPr>
            <p:ph idx="9" type="subTitle"/>
          </p:nvPr>
        </p:nvSpPr>
        <p:spPr>
          <a:xfrm>
            <a:off x="4262540" y="2748867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28"/>
          <p:cNvSpPr txBox="1"/>
          <p:nvPr>
            <p:ph idx="13" type="subTitle"/>
          </p:nvPr>
        </p:nvSpPr>
        <p:spPr>
          <a:xfrm>
            <a:off x="1644449" y="2748867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24" name="Google Shape;424;p28"/>
          <p:cNvGrpSpPr/>
          <p:nvPr/>
        </p:nvGrpSpPr>
        <p:grpSpPr>
          <a:xfrm flipH="1">
            <a:off x="106968" y="4387842"/>
            <a:ext cx="1306324" cy="1150724"/>
            <a:chOff x="148148" y="2447899"/>
            <a:chExt cx="2423606" cy="2134924"/>
          </a:xfrm>
        </p:grpSpPr>
        <p:grpSp>
          <p:nvGrpSpPr>
            <p:cNvPr id="425" name="Google Shape;425;p28"/>
            <p:cNvGrpSpPr/>
            <p:nvPr/>
          </p:nvGrpSpPr>
          <p:grpSpPr>
            <a:xfrm>
              <a:off x="148148" y="2447899"/>
              <a:ext cx="2423606" cy="2134924"/>
              <a:chOff x="148148" y="2447899"/>
              <a:chExt cx="2423606" cy="2134924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148148" y="3381675"/>
                <a:ext cx="2423606" cy="128025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1285375" y="3509237"/>
                <a:ext cx="149137" cy="1073586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407967" y="3311322"/>
                <a:ext cx="660352" cy="70817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1044396" y="2447899"/>
                <a:ext cx="1416380" cy="934223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1682232" y="2818406"/>
              <a:ext cx="269675" cy="202603"/>
            </a:xfrm>
            <a:custGeom>
              <a:rect b="b" l="l" r="r" t="t"/>
              <a:pathLst>
                <a:path extrusionOk="0" h="432" w="575">
                  <a:moveTo>
                    <a:pt x="216" y="1"/>
                  </a:moveTo>
                  <a:cubicBezTo>
                    <a:pt x="136" y="1"/>
                    <a:pt x="57" y="66"/>
                    <a:pt x="36" y="145"/>
                  </a:cubicBezTo>
                  <a:cubicBezTo>
                    <a:pt x="21" y="180"/>
                    <a:pt x="0" y="266"/>
                    <a:pt x="150" y="382"/>
                  </a:cubicBezTo>
                  <a:lnTo>
                    <a:pt x="216" y="432"/>
                  </a:lnTo>
                  <a:lnTo>
                    <a:pt x="309" y="382"/>
                  </a:lnTo>
                  <a:cubicBezTo>
                    <a:pt x="525" y="266"/>
                    <a:pt x="545" y="180"/>
                    <a:pt x="554" y="145"/>
                  </a:cubicBezTo>
                  <a:cubicBezTo>
                    <a:pt x="575" y="66"/>
                    <a:pt x="531" y="1"/>
                    <a:pt x="452" y="1"/>
                  </a:cubicBezTo>
                  <a:cubicBezTo>
                    <a:pt x="402" y="1"/>
                    <a:pt x="352" y="30"/>
                    <a:pt x="316" y="66"/>
                  </a:cubicBezTo>
                  <a:cubicBezTo>
                    <a:pt x="302" y="30"/>
                    <a:pt x="266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9"/>
          <p:cNvGrpSpPr/>
          <p:nvPr/>
        </p:nvGrpSpPr>
        <p:grpSpPr>
          <a:xfrm>
            <a:off x="175390" y="203379"/>
            <a:ext cx="8745108" cy="4810007"/>
            <a:chOff x="175390" y="203379"/>
            <a:chExt cx="8745108" cy="4810007"/>
          </a:xfrm>
        </p:grpSpPr>
        <p:grpSp>
          <p:nvGrpSpPr>
            <p:cNvPr id="433" name="Google Shape;433;p29"/>
            <p:cNvGrpSpPr/>
            <p:nvPr/>
          </p:nvGrpSpPr>
          <p:grpSpPr>
            <a:xfrm>
              <a:off x="175390" y="707848"/>
              <a:ext cx="114150" cy="114196"/>
              <a:chOff x="-685100" y="4136737"/>
              <a:chExt cx="38359" cy="38359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6" name="Google Shape;436;p29"/>
            <p:cNvSpPr/>
            <p:nvPr/>
          </p:nvSpPr>
          <p:spPr>
            <a:xfrm>
              <a:off x="503653" y="3121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178552" y="2033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7799935" y="49126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8501387" y="48132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8501365" y="43371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1" name="Google Shape;441;p29"/>
            <p:cNvGrpSpPr/>
            <p:nvPr/>
          </p:nvGrpSpPr>
          <p:grpSpPr>
            <a:xfrm>
              <a:off x="8806340" y="3908248"/>
              <a:ext cx="114150" cy="114196"/>
              <a:chOff x="-685100" y="4136737"/>
              <a:chExt cx="38359" cy="38359"/>
            </a:xfrm>
          </p:grpSpPr>
          <p:sp>
            <p:nvSpPr>
              <p:cNvPr id="442" name="Google Shape;442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4" name="Google Shape;444;p29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9"/>
          <p:cNvSpPr txBox="1"/>
          <p:nvPr>
            <p:ph idx="1" type="subTitle"/>
          </p:nvPr>
        </p:nvSpPr>
        <p:spPr>
          <a:xfrm>
            <a:off x="796187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9"/>
          <p:cNvSpPr txBox="1"/>
          <p:nvPr>
            <p:ph idx="2" type="subTitle"/>
          </p:nvPr>
        </p:nvSpPr>
        <p:spPr>
          <a:xfrm>
            <a:off x="3467395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9"/>
          <p:cNvSpPr txBox="1"/>
          <p:nvPr>
            <p:ph idx="3" type="subTitle"/>
          </p:nvPr>
        </p:nvSpPr>
        <p:spPr>
          <a:xfrm>
            <a:off x="796187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9"/>
          <p:cNvSpPr txBox="1"/>
          <p:nvPr>
            <p:ph idx="4" type="subTitle"/>
          </p:nvPr>
        </p:nvSpPr>
        <p:spPr>
          <a:xfrm>
            <a:off x="3467395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9"/>
          <p:cNvSpPr txBox="1"/>
          <p:nvPr>
            <p:ph idx="5" type="subTitle"/>
          </p:nvPr>
        </p:nvSpPr>
        <p:spPr>
          <a:xfrm>
            <a:off x="6138603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9"/>
          <p:cNvSpPr txBox="1"/>
          <p:nvPr>
            <p:ph idx="6" type="subTitle"/>
          </p:nvPr>
        </p:nvSpPr>
        <p:spPr>
          <a:xfrm>
            <a:off x="6138603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9"/>
          <p:cNvSpPr txBox="1"/>
          <p:nvPr>
            <p:ph idx="7" type="subTitle"/>
          </p:nvPr>
        </p:nvSpPr>
        <p:spPr>
          <a:xfrm>
            <a:off x="796187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2" name="Google Shape;452;p29"/>
          <p:cNvSpPr txBox="1"/>
          <p:nvPr>
            <p:ph idx="8" type="subTitle"/>
          </p:nvPr>
        </p:nvSpPr>
        <p:spPr>
          <a:xfrm>
            <a:off x="3467395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3" name="Google Shape;453;p29"/>
          <p:cNvSpPr txBox="1"/>
          <p:nvPr>
            <p:ph idx="9" type="subTitle"/>
          </p:nvPr>
        </p:nvSpPr>
        <p:spPr>
          <a:xfrm>
            <a:off x="6138603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4" name="Google Shape;454;p29"/>
          <p:cNvSpPr txBox="1"/>
          <p:nvPr>
            <p:ph idx="13" type="subTitle"/>
          </p:nvPr>
        </p:nvSpPr>
        <p:spPr>
          <a:xfrm>
            <a:off x="796187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5" name="Google Shape;455;p29"/>
          <p:cNvSpPr txBox="1"/>
          <p:nvPr>
            <p:ph idx="14" type="subTitle"/>
          </p:nvPr>
        </p:nvSpPr>
        <p:spPr>
          <a:xfrm>
            <a:off x="3467395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6" name="Google Shape;456;p29"/>
          <p:cNvSpPr txBox="1"/>
          <p:nvPr>
            <p:ph idx="15" type="subTitle"/>
          </p:nvPr>
        </p:nvSpPr>
        <p:spPr>
          <a:xfrm>
            <a:off x="6138603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30"/>
          <p:cNvGrpSpPr/>
          <p:nvPr/>
        </p:nvGrpSpPr>
        <p:grpSpPr>
          <a:xfrm>
            <a:off x="280040" y="1746073"/>
            <a:ext cx="8555408" cy="3092516"/>
            <a:chOff x="280040" y="1746073"/>
            <a:chExt cx="8555408" cy="3092516"/>
          </a:xfrm>
        </p:grpSpPr>
        <p:sp>
          <p:nvSpPr>
            <p:cNvPr id="459" name="Google Shape;459;p30"/>
            <p:cNvSpPr/>
            <p:nvPr/>
          </p:nvSpPr>
          <p:spPr>
            <a:xfrm>
              <a:off x="356252" y="4126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130935" y="47392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280040" y="35148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8416315" y="2448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>
              <a:off x="8683040" y="1746073"/>
              <a:ext cx="114150" cy="114196"/>
              <a:chOff x="-685100" y="4136737"/>
              <a:chExt cx="38359" cy="38359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6" name="Google Shape;466;p30"/>
            <p:cNvSpPr/>
            <p:nvPr/>
          </p:nvSpPr>
          <p:spPr>
            <a:xfrm>
              <a:off x="2026190" y="47756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30"/>
          <p:cNvSpPr txBox="1"/>
          <p:nvPr>
            <p:ph hasCustomPrompt="1" type="title"/>
          </p:nvPr>
        </p:nvSpPr>
        <p:spPr>
          <a:xfrm>
            <a:off x="713225" y="652725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30"/>
          <p:cNvSpPr txBox="1"/>
          <p:nvPr>
            <p:ph idx="1" type="subTitle"/>
          </p:nvPr>
        </p:nvSpPr>
        <p:spPr>
          <a:xfrm>
            <a:off x="713225" y="1341650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30"/>
          <p:cNvSpPr txBox="1"/>
          <p:nvPr>
            <p:ph hasCustomPrompt="1" idx="2" type="title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30"/>
          <p:cNvSpPr txBox="1"/>
          <p:nvPr>
            <p:ph idx="3" type="subTitle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30"/>
          <p:cNvSpPr txBox="1"/>
          <p:nvPr>
            <p:ph hasCustomPrompt="1" idx="4" type="title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30"/>
          <p:cNvSpPr txBox="1"/>
          <p:nvPr>
            <p:ph idx="5" type="subTitle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6" name="Google Shape;486;p31"/>
          <p:cNvSpPr txBox="1"/>
          <p:nvPr>
            <p:ph hasCustomPrompt="1" type="title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/>
          <p:nvPr>
            <p:ph idx="1" type="subTitle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31"/>
          <p:cNvSpPr txBox="1"/>
          <p:nvPr>
            <p:ph idx="2" type="subTitle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9" name="Google Shape;489;p31"/>
          <p:cNvSpPr txBox="1"/>
          <p:nvPr>
            <p:ph hasCustomPrompt="1" idx="3" type="title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/>
          <p:nvPr>
            <p:ph idx="4" type="subTitle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31"/>
          <p:cNvSpPr txBox="1"/>
          <p:nvPr>
            <p:ph idx="5" type="subTitle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31"/>
          <p:cNvSpPr txBox="1"/>
          <p:nvPr>
            <p:ph hasCustomPrompt="1" idx="6" type="title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/>
          <p:nvPr>
            <p:ph idx="7" type="subTitle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31"/>
          <p:cNvSpPr txBox="1"/>
          <p:nvPr>
            <p:ph idx="8" type="subTitle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31"/>
          <p:cNvSpPr txBox="1"/>
          <p:nvPr>
            <p:ph idx="9"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252712" y="1215225"/>
            <a:ext cx="8588261" cy="3771088"/>
            <a:chOff x="252712" y="1215225"/>
            <a:chExt cx="8588261" cy="3771088"/>
          </a:xfrm>
        </p:grpSpPr>
        <p:sp>
          <p:nvSpPr>
            <p:cNvPr id="498" name="Google Shape;498;p32"/>
            <p:cNvSpPr/>
            <p:nvPr/>
          </p:nvSpPr>
          <p:spPr>
            <a:xfrm>
              <a:off x="252712" y="43755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51885" y="4886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577090" y="47071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8735910" y="17648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8421840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581837" y="12152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32"/>
          <p:cNvSpPr txBox="1"/>
          <p:nvPr>
            <p:ph type="title"/>
          </p:nvPr>
        </p:nvSpPr>
        <p:spPr>
          <a:xfrm>
            <a:off x="713254" y="596213"/>
            <a:ext cx="36402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idx="1" type="subTitle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32"/>
          <p:cNvSpPr txBox="1"/>
          <p:nvPr/>
        </p:nvSpPr>
        <p:spPr>
          <a:xfrm>
            <a:off x="713250" y="3415425"/>
            <a:ext cx="3640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"/>
          <p:cNvSpPr txBox="1"/>
          <p:nvPr>
            <p:ph type="ctrTitle"/>
          </p:nvPr>
        </p:nvSpPr>
        <p:spPr>
          <a:xfrm>
            <a:off x="721300" y="1103925"/>
            <a:ext cx="4945200" cy="84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 Expense Tracker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Project 1</a:t>
            </a:r>
            <a:r>
              <a:rPr b="0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6400"/>
          </a:p>
        </p:txBody>
      </p:sp>
      <p:sp>
        <p:nvSpPr>
          <p:cNvPr id="541" name="Google Shape;541;p35"/>
          <p:cNvSpPr txBox="1"/>
          <p:nvPr>
            <p:ph idx="1" type="subTitle"/>
          </p:nvPr>
        </p:nvSpPr>
        <p:spPr>
          <a:xfrm>
            <a:off x="721300" y="2250350"/>
            <a:ext cx="49452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Presented by: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Abdullah Rashid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Columbus state community college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Python Programming (26AU W01L)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Instructor: Gabriel Walters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Technologies: Python • GitHub</a:t>
            </a:r>
            <a:endParaRPr sz="1500"/>
          </a:p>
        </p:txBody>
      </p:sp>
      <p:grpSp>
        <p:nvGrpSpPr>
          <p:cNvPr id="542" name="Google Shape;542;p35"/>
          <p:cNvGrpSpPr/>
          <p:nvPr/>
        </p:nvGrpSpPr>
        <p:grpSpPr>
          <a:xfrm>
            <a:off x="3175595" y="-4299"/>
            <a:ext cx="5968255" cy="4713916"/>
            <a:chOff x="3175595" y="-4299"/>
            <a:chExt cx="5968255" cy="4713916"/>
          </a:xfrm>
        </p:grpSpPr>
        <p:grpSp>
          <p:nvGrpSpPr>
            <p:cNvPr id="543" name="Google Shape;543;p35"/>
            <p:cNvGrpSpPr/>
            <p:nvPr/>
          </p:nvGrpSpPr>
          <p:grpSpPr>
            <a:xfrm>
              <a:off x="3175595" y="-4299"/>
              <a:ext cx="5968255" cy="4713916"/>
              <a:chOff x="3175595" y="-4299"/>
              <a:chExt cx="5968255" cy="4713916"/>
            </a:xfrm>
          </p:grpSpPr>
          <p:grpSp>
            <p:nvGrpSpPr>
              <p:cNvPr id="544" name="Google Shape;544;p35"/>
              <p:cNvGrpSpPr/>
              <p:nvPr/>
            </p:nvGrpSpPr>
            <p:grpSpPr>
              <a:xfrm>
                <a:off x="7559999" y="-4299"/>
                <a:ext cx="1025403" cy="1619847"/>
                <a:chOff x="7547137" y="-96399"/>
                <a:chExt cx="1025403" cy="1619847"/>
              </a:xfrm>
            </p:grpSpPr>
            <p:sp>
              <p:nvSpPr>
                <p:cNvPr id="545" name="Google Shape;545;p35"/>
                <p:cNvSpPr/>
                <p:nvPr/>
              </p:nvSpPr>
              <p:spPr>
                <a:xfrm>
                  <a:off x="7927084" y="1320968"/>
                  <a:ext cx="265858" cy="104233"/>
                </a:xfrm>
                <a:custGeom>
                  <a:rect b="b" l="l" r="r" t="t"/>
                  <a:pathLst>
                    <a:path extrusionOk="0" h="296" w="755">
                      <a:moveTo>
                        <a:pt x="0" y="0"/>
                      </a:moveTo>
                      <a:cubicBezTo>
                        <a:pt x="43" y="173"/>
                        <a:pt x="193" y="295"/>
                        <a:pt x="373" y="295"/>
                      </a:cubicBezTo>
                      <a:cubicBezTo>
                        <a:pt x="561" y="295"/>
                        <a:pt x="711" y="173"/>
                        <a:pt x="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8058076" y="1472740"/>
                  <a:ext cx="352" cy="50708"/>
                </a:xfrm>
                <a:custGeom>
                  <a:rect b="b" l="l" r="r" t="t"/>
                  <a:pathLst>
                    <a:path extrusionOk="0" fill="none" h="144" w="1">
                      <a:moveTo>
                        <a:pt x="1" y="0"/>
                      </a:moveTo>
                      <a:lnTo>
                        <a:pt x="1" y="144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8151742" y="1447034"/>
                  <a:ext cx="25705" cy="46130"/>
                </a:xfrm>
                <a:custGeom>
                  <a:rect b="b" l="l" r="r" t="t"/>
                  <a:pathLst>
                    <a:path extrusionOk="0" fill="none" h="131" w="73">
                      <a:moveTo>
                        <a:pt x="0" y="1"/>
                      </a:moveTo>
                      <a:lnTo>
                        <a:pt x="73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8217943" y="1381536"/>
                  <a:ext cx="45777" cy="26058"/>
                </a:xfrm>
                <a:custGeom>
                  <a:rect b="b" l="l" r="r" t="t"/>
                  <a:pathLst>
                    <a:path extrusionOk="0" fill="none" h="74" w="130">
                      <a:moveTo>
                        <a:pt x="0" y="1"/>
                      </a:moveTo>
                      <a:lnTo>
                        <a:pt x="13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35"/>
                <p:cNvSpPr/>
                <p:nvPr/>
              </p:nvSpPr>
              <p:spPr>
                <a:xfrm>
                  <a:off x="7855954" y="1381536"/>
                  <a:ext cx="43312" cy="26058"/>
                </a:xfrm>
                <a:custGeom>
                  <a:rect b="b" l="l" r="r" t="t"/>
                  <a:pathLst>
                    <a:path extrusionOk="0" fill="none" h="74" w="123">
                      <a:moveTo>
                        <a:pt x="123" y="1"/>
                      </a:moveTo>
                      <a:lnTo>
                        <a:pt x="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7942226" y="1447034"/>
                  <a:ext cx="25353" cy="46130"/>
                </a:xfrm>
                <a:custGeom>
                  <a:rect b="b" l="l" r="r" t="t"/>
                  <a:pathLst>
                    <a:path extrusionOk="0" fill="none" h="131" w="72">
                      <a:moveTo>
                        <a:pt x="71" y="1"/>
                      </a:moveTo>
                      <a:lnTo>
                        <a:pt x="0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8058076" y="-96399"/>
                  <a:ext cx="352" cy="1068393"/>
                </a:xfrm>
                <a:custGeom>
                  <a:rect b="b" l="l" r="r" t="t"/>
                  <a:pathLst>
                    <a:path extrusionOk="0" fill="none" h="3034" w="1">
                      <a:moveTo>
                        <a:pt x="1" y="0"/>
                      </a:moveTo>
                      <a:lnTo>
                        <a:pt x="1" y="3033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7547137" y="971644"/>
                  <a:ext cx="1025403" cy="349675"/>
                </a:xfrm>
                <a:custGeom>
                  <a:rect b="b" l="l" r="r" t="t"/>
                  <a:pathLst>
                    <a:path extrusionOk="0" h="993" w="2912">
                      <a:moveTo>
                        <a:pt x="1452" y="0"/>
                      </a:moveTo>
                      <a:cubicBezTo>
                        <a:pt x="1329" y="0"/>
                        <a:pt x="1209" y="36"/>
                        <a:pt x="1122" y="100"/>
                      </a:cubicBezTo>
                      <a:lnTo>
                        <a:pt x="180" y="754"/>
                      </a:lnTo>
                      <a:cubicBezTo>
                        <a:pt x="1" y="883"/>
                        <a:pt x="29" y="992"/>
                        <a:pt x="260" y="992"/>
                      </a:cubicBezTo>
                      <a:lnTo>
                        <a:pt x="2652" y="992"/>
                      </a:lnTo>
                      <a:cubicBezTo>
                        <a:pt x="2882" y="992"/>
                        <a:pt x="2911" y="883"/>
                        <a:pt x="2725" y="754"/>
                      </a:cubicBezTo>
                      <a:lnTo>
                        <a:pt x="1790" y="100"/>
                      </a:lnTo>
                      <a:cubicBezTo>
                        <a:pt x="1697" y="36"/>
                        <a:pt x="1574" y="0"/>
                        <a:pt x="14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3" name="Google Shape;553;p35"/>
              <p:cNvGrpSpPr/>
              <p:nvPr/>
            </p:nvGrpSpPr>
            <p:grpSpPr>
              <a:xfrm>
                <a:off x="3175595" y="2066775"/>
                <a:ext cx="5968255" cy="2642842"/>
                <a:chOff x="3175595" y="2066775"/>
                <a:chExt cx="5968255" cy="2642842"/>
              </a:xfrm>
            </p:grpSpPr>
            <p:sp>
              <p:nvSpPr>
                <p:cNvPr id="554" name="Google Shape;554;p35"/>
                <p:cNvSpPr/>
                <p:nvPr/>
              </p:nvSpPr>
              <p:spPr>
                <a:xfrm>
                  <a:off x="3175595" y="4583317"/>
                  <a:ext cx="5968255" cy="126300"/>
                </a:xfrm>
                <a:custGeom>
                  <a:rect b="b" l="l" r="r" t="t"/>
                  <a:pathLst>
                    <a:path extrusionOk="0" fill="none" h="1" w="6069">
                      <a:moveTo>
                        <a:pt x="606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35"/>
                <p:cNvSpPr/>
                <p:nvPr/>
              </p:nvSpPr>
              <p:spPr>
                <a:xfrm>
                  <a:off x="5407500" y="4295652"/>
                  <a:ext cx="43842" cy="44635"/>
                </a:xfrm>
                <a:custGeom>
                  <a:rect b="b" l="l" r="r" t="t"/>
                  <a:pathLst>
                    <a:path extrusionOk="0" h="169" w="166">
                      <a:moveTo>
                        <a:pt x="96" y="1"/>
                      </a:moveTo>
                      <a:cubicBezTo>
                        <a:pt x="23" y="1"/>
                        <a:pt x="0" y="39"/>
                        <a:pt x="0" y="39"/>
                      </a:cubicBezTo>
                      <a:cubicBezTo>
                        <a:pt x="7" y="60"/>
                        <a:pt x="14" y="103"/>
                        <a:pt x="14" y="169"/>
                      </a:cubicBezTo>
                      <a:cubicBezTo>
                        <a:pt x="14" y="169"/>
                        <a:pt x="34" y="103"/>
                        <a:pt x="129" y="103"/>
                      </a:cubicBezTo>
                      <a:cubicBezTo>
                        <a:pt x="134" y="103"/>
                        <a:pt x="138" y="103"/>
                        <a:pt x="143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3" y="3"/>
                        <a:pt x="136" y="3"/>
                        <a:pt x="130" y="3"/>
                      </a:cubicBezTo>
                      <a:cubicBezTo>
                        <a:pt x="117" y="1"/>
                        <a:pt x="106" y="1"/>
                        <a:pt x="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5473791" y="4301727"/>
                  <a:ext cx="26939" cy="27204"/>
                </a:xfrm>
                <a:custGeom>
                  <a:rect b="b" l="l" r="r" t="t"/>
                  <a:pathLst>
                    <a:path extrusionOk="0" h="103" w="102">
                      <a:moveTo>
                        <a:pt x="1" y="1"/>
                      </a:moveTo>
                      <a:lnTo>
                        <a:pt x="8" y="96"/>
                      </a:lnTo>
                      <a:cubicBezTo>
                        <a:pt x="37" y="96"/>
                        <a:pt x="73" y="102"/>
                        <a:pt x="101" y="102"/>
                      </a:cubicBezTo>
                      <a:lnTo>
                        <a:pt x="94" y="9"/>
                      </a:lnTo>
                      <a:cubicBezTo>
                        <a:pt x="65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5523179" y="4307801"/>
                  <a:ext cx="27203" cy="24827"/>
                </a:xfrm>
                <a:custGeom>
                  <a:rect b="b" l="l" r="r" t="t"/>
                  <a:pathLst>
                    <a:path extrusionOk="0" h="94" w="103">
                      <a:moveTo>
                        <a:pt x="0" y="0"/>
                      </a:moveTo>
                      <a:lnTo>
                        <a:pt x="16" y="93"/>
                      </a:lnTo>
                      <a:lnTo>
                        <a:pt x="43" y="93"/>
                      </a:lnTo>
                      <a:lnTo>
                        <a:pt x="66" y="57"/>
                      </a:lnTo>
                      <a:cubicBezTo>
                        <a:pt x="66" y="57"/>
                        <a:pt x="80" y="43"/>
                        <a:pt x="102" y="21"/>
                      </a:cubicBezTo>
                      <a:lnTo>
                        <a:pt x="102" y="7"/>
                      </a:lnTo>
                      <a:cubicBezTo>
                        <a:pt x="66" y="7"/>
                        <a:pt x="3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5527141" y="4332364"/>
                  <a:ext cx="7659" cy="11621"/>
                </a:xfrm>
                <a:custGeom>
                  <a:rect b="b" l="l" r="r" t="t"/>
                  <a:pathLst>
                    <a:path extrusionOk="0" h="44" w="29">
                      <a:moveTo>
                        <a:pt x="1" y="0"/>
                      </a:moveTo>
                      <a:lnTo>
                        <a:pt x="1" y="4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5221568" y="4284295"/>
                  <a:ext cx="189629" cy="135755"/>
                </a:xfrm>
                <a:custGeom>
                  <a:rect b="b" l="l" r="r" t="t"/>
                  <a:pathLst>
                    <a:path extrusionOk="0" h="514" w="718">
                      <a:moveTo>
                        <a:pt x="343" y="1"/>
                      </a:moveTo>
                      <a:cubicBezTo>
                        <a:pt x="88" y="1"/>
                        <a:pt x="0" y="146"/>
                        <a:pt x="0" y="146"/>
                      </a:cubicBezTo>
                      <a:lnTo>
                        <a:pt x="632" y="513"/>
                      </a:lnTo>
                      <a:cubicBezTo>
                        <a:pt x="697" y="391"/>
                        <a:pt x="718" y="291"/>
                        <a:pt x="718" y="212"/>
                      </a:cubicBezTo>
                      <a:cubicBezTo>
                        <a:pt x="718" y="146"/>
                        <a:pt x="711" y="103"/>
                        <a:pt x="704" y="82"/>
                      </a:cubicBezTo>
                      <a:cubicBezTo>
                        <a:pt x="704" y="75"/>
                        <a:pt x="697" y="75"/>
                        <a:pt x="697" y="75"/>
                      </a:cubicBezTo>
                      <a:cubicBezTo>
                        <a:pt x="554" y="21"/>
                        <a:pt x="437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35"/>
                <p:cNvSpPr/>
                <p:nvPr/>
              </p:nvSpPr>
              <p:spPr>
                <a:xfrm>
                  <a:off x="5221568" y="4250752"/>
                  <a:ext cx="189629" cy="169298"/>
                </a:xfrm>
                <a:custGeom>
                  <a:rect b="b" l="l" r="r" t="t"/>
                  <a:pathLst>
                    <a:path extrusionOk="0" fill="none" h="641" w="718">
                      <a:moveTo>
                        <a:pt x="0" y="273"/>
                      </a:moveTo>
                      <a:cubicBezTo>
                        <a:pt x="0" y="273"/>
                        <a:pt x="166" y="0"/>
                        <a:pt x="697" y="202"/>
                      </a:cubicBezTo>
                      <a:cubicBezTo>
                        <a:pt x="697" y="202"/>
                        <a:pt x="704" y="202"/>
                        <a:pt x="704" y="209"/>
                      </a:cubicBezTo>
                      <a:cubicBezTo>
                        <a:pt x="711" y="230"/>
                        <a:pt x="718" y="273"/>
                        <a:pt x="718" y="339"/>
                      </a:cubicBezTo>
                      <a:cubicBezTo>
                        <a:pt x="718" y="418"/>
                        <a:pt x="697" y="518"/>
                        <a:pt x="632" y="64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35"/>
                <p:cNvSpPr/>
                <p:nvPr/>
              </p:nvSpPr>
              <p:spPr>
                <a:xfrm>
                  <a:off x="5475640" y="4326818"/>
                  <a:ext cx="25090" cy="2113"/>
                </a:xfrm>
                <a:custGeom>
                  <a:rect b="b" l="l" r="r" t="t"/>
                  <a:pathLst>
                    <a:path extrusionOk="0" fill="none" h="8" w="95">
                      <a:moveTo>
                        <a:pt x="94" y="7"/>
                      </a:moveTo>
                      <a:cubicBezTo>
                        <a:pt x="66" y="7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5527141" y="4332364"/>
                  <a:ext cx="7659" cy="264"/>
                </a:xfrm>
                <a:custGeom>
                  <a:rect b="b" l="l" r="r" t="t"/>
                  <a:pathLst>
                    <a:path extrusionOk="0" fill="none" h="1" w="29">
                      <a:moveTo>
                        <a:pt x="2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5410933" y="4321007"/>
                  <a:ext cx="40408" cy="19280"/>
                </a:xfrm>
                <a:custGeom>
                  <a:rect b="b" l="l" r="r" t="t"/>
                  <a:pathLst>
                    <a:path extrusionOk="0" fill="none" h="73" w="153">
                      <a:moveTo>
                        <a:pt x="153" y="7"/>
                      </a:moveTo>
                      <a:lnTo>
                        <a:pt x="130" y="7"/>
                      </a:lnTo>
                      <a:cubicBezTo>
                        <a:pt x="23" y="0"/>
                        <a:pt x="1" y="73"/>
                        <a:pt x="1" y="73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5473791" y="4301727"/>
                  <a:ext cx="25090" cy="2641"/>
                </a:xfrm>
                <a:custGeom>
                  <a:rect b="b" l="l" r="r" t="t"/>
                  <a:pathLst>
                    <a:path extrusionOk="0" fill="none" h="10" w="95">
                      <a:moveTo>
                        <a:pt x="94" y="9"/>
                      </a:moveTo>
                      <a:cubicBezTo>
                        <a:pt x="65" y="9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35"/>
                <p:cNvSpPr/>
                <p:nvPr/>
              </p:nvSpPr>
              <p:spPr>
                <a:xfrm>
                  <a:off x="5523179" y="4307801"/>
                  <a:ext cx="27203" cy="1849"/>
                </a:xfrm>
                <a:custGeom>
                  <a:rect b="b" l="l" r="r" t="t"/>
                  <a:pathLst>
                    <a:path extrusionOk="0" fill="none" h="7" w="103">
                      <a:moveTo>
                        <a:pt x="102" y="7"/>
                      </a:moveTo>
                      <a:cubicBezTo>
                        <a:pt x="66" y="7"/>
                        <a:pt x="37" y="0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35"/>
                <p:cNvSpPr/>
                <p:nvPr/>
              </p:nvSpPr>
              <p:spPr>
                <a:xfrm>
                  <a:off x="5407500" y="4292747"/>
                  <a:ext cx="41993" cy="13470"/>
                </a:xfrm>
                <a:custGeom>
                  <a:rect b="b" l="l" r="r" t="t"/>
                  <a:pathLst>
                    <a:path extrusionOk="0" fill="none" h="51" w="159">
                      <a:moveTo>
                        <a:pt x="0" y="50"/>
                      </a:moveTo>
                      <a:cubicBezTo>
                        <a:pt x="0" y="50"/>
                        <a:pt x="29" y="0"/>
                        <a:pt x="130" y="14"/>
                      </a:cubicBezTo>
                      <a:cubicBezTo>
                        <a:pt x="136" y="14"/>
                        <a:pt x="143" y="14"/>
                        <a:pt x="159" y="2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35"/>
                <p:cNvSpPr/>
                <p:nvPr/>
              </p:nvSpPr>
              <p:spPr>
                <a:xfrm>
                  <a:off x="5447380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2" y="0"/>
                        <a:pt x="1" y="30"/>
                        <a:pt x="1" y="52"/>
                      </a:cubicBezTo>
                      <a:lnTo>
                        <a:pt x="8" y="73"/>
                      </a:lnTo>
                      <a:lnTo>
                        <a:pt x="15" y="166"/>
                      </a:lnTo>
                      <a:lnTo>
                        <a:pt x="22" y="288"/>
                      </a:lnTo>
                      <a:cubicBezTo>
                        <a:pt x="29" y="311"/>
                        <a:pt x="44" y="332"/>
                        <a:pt x="72" y="332"/>
                      </a:cubicBezTo>
                      <a:cubicBezTo>
                        <a:pt x="101" y="332"/>
                        <a:pt x="122" y="302"/>
                        <a:pt x="115" y="282"/>
                      </a:cubicBezTo>
                      <a:lnTo>
                        <a:pt x="108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2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35"/>
                <p:cNvSpPr/>
                <p:nvPr/>
              </p:nvSpPr>
              <p:spPr>
                <a:xfrm>
                  <a:off x="5498617" y="4282974"/>
                  <a:ext cx="28788" cy="89799"/>
                </a:xfrm>
                <a:custGeom>
                  <a:rect b="b" l="l" r="r" t="t"/>
                  <a:pathLst>
                    <a:path extrusionOk="0" h="340" w="109">
                      <a:moveTo>
                        <a:pt x="43" y="1"/>
                      </a:moveTo>
                      <a:cubicBezTo>
                        <a:pt x="14" y="1"/>
                        <a:pt x="0" y="29"/>
                        <a:pt x="0" y="51"/>
                      </a:cubicBezTo>
                      <a:lnTo>
                        <a:pt x="0" y="80"/>
                      </a:lnTo>
                      <a:lnTo>
                        <a:pt x="7" y="173"/>
                      </a:lnTo>
                      <a:lnTo>
                        <a:pt x="23" y="310"/>
                      </a:lnTo>
                      <a:cubicBezTo>
                        <a:pt x="23" y="317"/>
                        <a:pt x="29" y="330"/>
                        <a:pt x="36" y="339"/>
                      </a:cubicBezTo>
                      <a:lnTo>
                        <a:pt x="109" y="230"/>
                      </a:lnTo>
                      <a:lnTo>
                        <a:pt x="109" y="187"/>
                      </a:lnTo>
                      <a:lnTo>
                        <a:pt x="93" y="94"/>
                      </a:lnTo>
                      <a:lnTo>
                        <a:pt x="93" y="44"/>
                      </a:lnTo>
                      <a:cubicBezTo>
                        <a:pt x="86" y="22"/>
                        <a:pt x="73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35"/>
                <p:cNvSpPr/>
                <p:nvPr/>
              </p:nvSpPr>
              <p:spPr>
                <a:xfrm>
                  <a:off x="5547742" y="4286672"/>
                  <a:ext cx="25354" cy="26676"/>
                </a:xfrm>
                <a:custGeom>
                  <a:rect b="b" l="l" r="r" t="t"/>
                  <a:pathLst>
                    <a:path extrusionOk="0" h="101" w="96">
                      <a:moveTo>
                        <a:pt x="44" y="1"/>
                      </a:moveTo>
                      <a:cubicBezTo>
                        <a:pt x="23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9" y="101"/>
                      </a:lnTo>
                      <a:cubicBezTo>
                        <a:pt x="9" y="94"/>
                        <a:pt x="16" y="87"/>
                        <a:pt x="23" y="87"/>
                      </a:cubicBezTo>
                      <a:cubicBezTo>
                        <a:pt x="37" y="73"/>
                        <a:pt x="66" y="51"/>
                        <a:pt x="95" y="37"/>
                      </a:cubicBezTo>
                      <a:cubicBezTo>
                        <a:pt x="87" y="15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h="246" w="281">
                      <a:moveTo>
                        <a:pt x="94" y="0"/>
                      </a:moveTo>
                      <a:cubicBezTo>
                        <a:pt x="71" y="29"/>
                        <a:pt x="35" y="73"/>
                        <a:pt x="1" y="116"/>
                      </a:cubicBezTo>
                      <a:cubicBezTo>
                        <a:pt x="21" y="152"/>
                        <a:pt x="35" y="188"/>
                        <a:pt x="58" y="216"/>
                      </a:cubicBezTo>
                      <a:cubicBezTo>
                        <a:pt x="78" y="216"/>
                        <a:pt x="94" y="209"/>
                        <a:pt x="108" y="202"/>
                      </a:cubicBezTo>
                      <a:lnTo>
                        <a:pt x="121" y="202"/>
                      </a:lnTo>
                      <a:cubicBezTo>
                        <a:pt x="130" y="195"/>
                        <a:pt x="137" y="195"/>
                        <a:pt x="144" y="195"/>
                      </a:cubicBezTo>
                      <a:lnTo>
                        <a:pt x="151" y="195"/>
                      </a:lnTo>
                      <a:cubicBezTo>
                        <a:pt x="155" y="193"/>
                        <a:pt x="159" y="192"/>
                        <a:pt x="165" y="192"/>
                      </a:cubicBezTo>
                      <a:cubicBezTo>
                        <a:pt x="177" y="192"/>
                        <a:pt x="191" y="197"/>
                        <a:pt x="201" y="202"/>
                      </a:cubicBezTo>
                      <a:cubicBezTo>
                        <a:pt x="201" y="209"/>
                        <a:pt x="208" y="209"/>
                        <a:pt x="208" y="209"/>
                      </a:cubicBezTo>
                      <a:cubicBezTo>
                        <a:pt x="208" y="216"/>
                        <a:pt x="216" y="216"/>
                        <a:pt x="216" y="216"/>
                      </a:cubicBezTo>
                      <a:cubicBezTo>
                        <a:pt x="216" y="223"/>
                        <a:pt x="223" y="223"/>
                        <a:pt x="223" y="223"/>
                      </a:cubicBezTo>
                      <a:cubicBezTo>
                        <a:pt x="223" y="231"/>
                        <a:pt x="230" y="238"/>
                        <a:pt x="230" y="245"/>
                      </a:cubicBezTo>
                      <a:lnTo>
                        <a:pt x="280" y="159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755" y="1"/>
                      </a:moveTo>
                      <a:cubicBezTo>
                        <a:pt x="1689" y="23"/>
                        <a:pt x="1626" y="44"/>
                        <a:pt x="1567" y="66"/>
                      </a:cubicBez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h="1294" w="1043">
                      <a:moveTo>
                        <a:pt x="1043" y="0"/>
                      </a:moveTo>
                      <a:cubicBezTo>
                        <a:pt x="1029" y="50"/>
                        <a:pt x="1015" y="93"/>
                        <a:pt x="1008" y="123"/>
                      </a:cubicBezTo>
                      <a:cubicBezTo>
                        <a:pt x="951" y="304"/>
                        <a:pt x="703" y="445"/>
                        <a:pt x="531" y="445"/>
                      </a:cubicBezTo>
                      <a:cubicBezTo>
                        <a:pt x="526" y="445"/>
                        <a:pt x="522" y="445"/>
                        <a:pt x="518" y="445"/>
                      </a:cubicBezTo>
                      <a:cubicBezTo>
                        <a:pt x="382" y="590"/>
                        <a:pt x="217" y="733"/>
                        <a:pt x="1" y="863"/>
                      </a:cubicBezTo>
                      <a:lnTo>
                        <a:pt x="137" y="1294"/>
                      </a:lnTo>
                      <a:lnTo>
                        <a:pt x="562" y="1294"/>
                      </a:lnTo>
                      <a:cubicBezTo>
                        <a:pt x="562" y="1287"/>
                        <a:pt x="555" y="1287"/>
                        <a:pt x="555" y="1287"/>
                      </a:cubicBezTo>
                      <a:lnTo>
                        <a:pt x="260" y="1287"/>
                      </a:lnTo>
                      <a:cubicBezTo>
                        <a:pt x="210" y="1287"/>
                        <a:pt x="217" y="1237"/>
                        <a:pt x="232" y="1214"/>
                      </a:cubicBezTo>
                      <a:cubicBezTo>
                        <a:pt x="239" y="1194"/>
                        <a:pt x="310" y="970"/>
                        <a:pt x="346" y="942"/>
                      </a:cubicBezTo>
                      <a:cubicBezTo>
                        <a:pt x="389" y="913"/>
                        <a:pt x="641" y="790"/>
                        <a:pt x="670" y="790"/>
                      </a:cubicBezTo>
                      <a:cubicBezTo>
                        <a:pt x="698" y="790"/>
                        <a:pt x="836" y="813"/>
                        <a:pt x="913" y="833"/>
                      </a:cubicBezTo>
                      <a:cubicBezTo>
                        <a:pt x="972" y="647"/>
                        <a:pt x="1015" y="488"/>
                        <a:pt x="1029" y="402"/>
                      </a:cubicBezTo>
                      <a:cubicBezTo>
                        <a:pt x="1043" y="288"/>
                        <a:pt x="1043" y="136"/>
                        <a:pt x="10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35"/>
                <p:cNvSpPr/>
                <p:nvPr/>
              </p:nvSpPr>
              <p:spPr>
                <a:xfrm>
                  <a:off x="6673636" y="2838259"/>
                  <a:ext cx="1775331" cy="1771419"/>
                </a:xfrm>
                <a:custGeom>
                  <a:rect b="b" l="l" r="r" t="t"/>
                  <a:pathLst>
                    <a:path extrusionOk="0" h="6707" w="6722">
                      <a:moveTo>
                        <a:pt x="4227" y="1"/>
                      </a:moveTo>
                      <a:cubicBezTo>
                        <a:pt x="4228" y="1"/>
                        <a:pt x="4229" y="1"/>
                        <a:pt x="4231" y="2"/>
                      </a:cubicBezTo>
                      <a:lnTo>
                        <a:pt x="4231" y="2"/>
                      </a:lnTo>
                      <a:cubicBezTo>
                        <a:pt x="4230" y="1"/>
                        <a:pt x="4228" y="1"/>
                        <a:pt x="4227" y="1"/>
                      </a:cubicBezTo>
                      <a:close/>
                      <a:moveTo>
                        <a:pt x="4231" y="2"/>
                      </a:moveTo>
                      <a:lnTo>
                        <a:pt x="4231" y="2"/>
                      </a:lnTo>
                      <a:cubicBezTo>
                        <a:pt x="4234" y="4"/>
                        <a:pt x="4234" y="7"/>
                        <a:pt x="4234" y="7"/>
                      </a:cubicBezTo>
                      <a:lnTo>
                        <a:pt x="4234" y="21"/>
                      </a:lnTo>
                      <a:lnTo>
                        <a:pt x="4242" y="30"/>
                      </a:lnTo>
                      <a:cubicBezTo>
                        <a:pt x="4263" y="116"/>
                        <a:pt x="4285" y="216"/>
                        <a:pt x="4299" y="309"/>
                      </a:cubicBezTo>
                      <a:cubicBezTo>
                        <a:pt x="4299" y="309"/>
                        <a:pt x="4939" y="561"/>
                        <a:pt x="4708" y="1237"/>
                      </a:cubicBezTo>
                      <a:cubicBezTo>
                        <a:pt x="4594" y="1574"/>
                        <a:pt x="4299" y="1812"/>
                        <a:pt x="3911" y="2005"/>
                      </a:cubicBezTo>
                      <a:cubicBezTo>
                        <a:pt x="3689" y="2114"/>
                        <a:pt x="3430" y="2214"/>
                        <a:pt x="3164" y="2307"/>
                      </a:cubicBezTo>
                      <a:cubicBezTo>
                        <a:pt x="3069" y="2343"/>
                        <a:pt x="2976" y="2373"/>
                        <a:pt x="2876" y="2409"/>
                      </a:cubicBezTo>
                      <a:cubicBezTo>
                        <a:pt x="2790" y="2436"/>
                        <a:pt x="2697" y="2473"/>
                        <a:pt x="2603" y="2502"/>
                      </a:cubicBezTo>
                      <a:cubicBezTo>
                        <a:pt x="2488" y="2538"/>
                        <a:pt x="2372" y="2581"/>
                        <a:pt x="2258" y="2618"/>
                      </a:cubicBezTo>
                      <a:cubicBezTo>
                        <a:pt x="2200" y="2638"/>
                        <a:pt x="2150" y="2661"/>
                        <a:pt x="2093" y="2681"/>
                      </a:cubicBezTo>
                      <a:cubicBezTo>
                        <a:pt x="2000" y="2725"/>
                        <a:pt x="1905" y="2761"/>
                        <a:pt x="1812" y="2804"/>
                      </a:cubicBezTo>
                      <a:cubicBezTo>
                        <a:pt x="1301" y="3049"/>
                        <a:pt x="878" y="3378"/>
                        <a:pt x="561" y="3789"/>
                      </a:cubicBezTo>
                      <a:cubicBezTo>
                        <a:pt x="518" y="3839"/>
                        <a:pt x="482" y="3896"/>
                        <a:pt x="447" y="3946"/>
                      </a:cubicBezTo>
                      <a:cubicBezTo>
                        <a:pt x="288" y="4184"/>
                        <a:pt x="173" y="4436"/>
                        <a:pt x="86" y="4715"/>
                      </a:cubicBezTo>
                      <a:cubicBezTo>
                        <a:pt x="30" y="4924"/>
                        <a:pt x="0" y="5140"/>
                        <a:pt x="7" y="5342"/>
                      </a:cubicBezTo>
                      <a:cubicBezTo>
                        <a:pt x="7" y="5362"/>
                        <a:pt x="7" y="5385"/>
                        <a:pt x="16" y="5405"/>
                      </a:cubicBezTo>
                      <a:lnTo>
                        <a:pt x="16" y="5442"/>
                      </a:lnTo>
                      <a:cubicBezTo>
                        <a:pt x="16" y="5464"/>
                        <a:pt x="16" y="5478"/>
                        <a:pt x="23" y="5492"/>
                      </a:cubicBezTo>
                      <a:cubicBezTo>
                        <a:pt x="23" y="5514"/>
                        <a:pt x="23" y="5535"/>
                        <a:pt x="30" y="5550"/>
                      </a:cubicBezTo>
                      <a:cubicBezTo>
                        <a:pt x="30" y="5571"/>
                        <a:pt x="36" y="5593"/>
                        <a:pt x="36" y="5614"/>
                      </a:cubicBezTo>
                      <a:cubicBezTo>
                        <a:pt x="43" y="5628"/>
                        <a:pt x="43" y="5637"/>
                        <a:pt x="43" y="5650"/>
                      </a:cubicBezTo>
                      <a:cubicBezTo>
                        <a:pt x="50" y="5671"/>
                        <a:pt x="50" y="5693"/>
                        <a:pt x="59" y="5707"/>
                      </a:cubicBezTo>
                      <a:cubicBezTo>
                        <a:pt x="59" y="5723"/>
                        <a:pt x="66" y="5737"/>
                        <a:pt x="66" y="5750"/>
                      </a:cubicBezTo>
                      <a:cubicBezTo>
                        <a:pt x="73" y="5766"/>
                        <a:pt x="80" y="5787"/>
                        <a:pt x="86" y="5800"/>
                      </a:cubicBezTo>
                      <a:cubicBezTo>
                        <a:pt x="86" y="5816"/>
                        <a:pt x="93" y="5830"/>
                        <a:pt x="93" y="5837"/>
                      </a:cubicBezTo>
                      <a:cubicBezTo>
                        <a:pt x="137" y="5966"/>
                        <a:pt x="195" y="6082"/>
                        <a:pt x="266" y="6189"/>
                      </a:cubicBezTo>
                      <a:cubicBezTo>
                        <a:pt x="275" y="6204"/>
                        <a:pt x="288" y="6218"/>
                        <a:pt x="295" y="6232"/>
                      </a:cubicBezTo>
                      <a:cubicBezTo>
                        <a:pt x="302" y="6247"/>
                        <a:pt x="318" y="6261"/>
                        <a:pt x="325" y="6275"/>
                      </a:cubicBezTo>
                      <a:cubicBezTo>
                        <a:pt x="331" y="6275"/>
                        <a:pt x="338" y="6283"/>
                        <a:pt x="338" y="6290"/>
                      </a:cubicBezTo>
                      <a:cubicBezTo>
                        <a:pt x="352" y="6304"/>
                        <a:pt x="361" y="6311"/>
                        <a:pt x="368" y="6327"/>
                      </a:cubicBezTo>
                      <a:cubicBezTo>
                        <a:pt x="381" y="6333"/>
                        <a:pt x="388" y="6347"/>
                        <a:pt x="395" y="6354"/>
                      </a:cubicBezTo>
                      <a:cubicBezTo>
                        <a:pt x="411" y="6370"/>
                        <a:pt x="418" y="6377"/>
                        <a:pt x="425" y="6383"/>
                      </a:cubicBezTo>
                      <a:cubicBezTo>
                        <a:pt x="438" y="6397"/>
                        <a:pt x="447" y="6404"/>
                        <a:pt x="461" y="6420"/>
                      </a:cubicBezTo>
                      <a:cubicBezTo>
                        <a:pt x="475" y="6427"/>
                        <a:pt x="490" y="6440"/>
                        <a:pt x="504" y="6456"/>
                      </a:cubicBezTo>
                      <a:cubicBezTo>
                        <a:pt x="518" y="6470"/>
                        <a:pt x="540" y="6484"/>
                        <a:pt x="554" y="6490"/>
                      </a:cubicBezTo>
                      <a:cubicBezTo>
                        <a:pt x="568" y="6506"/>
                        <a:pt x="590" y="6520"/>
                        <a:pt x="604" y="6527"/>
                      </a:cubicBezTo>
                      <a:lnTo>
                        <a:pt x="611" y="6534"/>
                      </a:lnTo>
                      <a:cubicBezTo>
                        <a:pt x="626" y="6542"/>
                        <a:pt x="640" y="6549"/>
                        <a:pt x="654" y="6563"/>
                      </a:cubicBezTo>
                      <a:cubicBezTo>
                        <a:pt x="683" y="6577"/>
                        <a:pt x="706" y="6585"/>
                        <a:pt x="727" y="6599"/>
                      </a:cubicBezTo>
                      <a:cubicBezTo>
                        <a:pt x="740" y="6606"/>
                        <a:pt x="749" y="6606"/>
                        <a:pt x="763" y="6613"/>
                      </a:cubicBezTo>
                      <a:cubicBezTo>
                        <a:pt x="763" y="6613"/>
                        <a:pt x="770" y="6620"/>
                        <a:pt x="777" y="6620"/>
                      </a:cubicBezTo>
                      <a:cubicBezTo>
                        <a:pt x="792" y="6628"/>
                        <a:pt x="806" y="6635"/>
                        <a:pt x="827" y="6635"/>
                      </a:cubicBezTo>
                      <a:cubicBezTo>
                        <a:pt x="842" y="6642"/>
                        <a:pt x="863" y="6649"/>
                        <a:pt x="885" y="6656"/>
                      </a:cubicBezTo>
                      <a:cubicBezTo>
                        <a:pt x="899" y="6663"/>
                        <a:pt x="921" y="6672"/>
                        <a:pt x="935" y="6672"/>
                      </a:cubicBezTo>
                      <a:cubicBezTo>
                        <a:pt x="942" y="6672"/>
                        <a:pt x="949" y="6672"/>
                        <a:pt x="949" y="6678"/>
                      </a:cubicBezTo>
                      <a:cubicBezTo>
                        <a:pt x="965" y="6678"/>
                        <a:pt x="978" y="6685"/>
                        <a:pt x="992" y="6685"/>
                      </a:cubicBezTo>
                      <a:lnTo>
                        <a:pt x="1015" y="6685"/>
                      </a:lnTo>
                      <a:cubicBezTo>
                        <a:pt x="1015" y="6692"/>
                        <a:pt x="1022" y="6692"/>
                        <a:pt x="1028" y="6692"/>
                      </a:cubicBezTo>
                      <a:cubicBezTo>
                        <a:pt x="1085" y="6699"/>
                        <a:pt x="1144" y="6706"/>
                        <a:pt x="1208" y="6706"/>
                      </a:cubicBezTo>
                      <a:lnTo>
                        <a:pt x="3178" y="6706"/>
                      </a:lnTo>
                      <a:cubicBezTo>
                        <a:pt x="3846" y="6706"/>
                        <a:pt x="5355" y="6549"/>
                        <a:pt x="5995" y="5076"/>
                      </a:cubicBezTo>
                      <a:cubicBezTo>
                        <a:pt x="6621" y="3645"/>
                        <a:pt x="6721" y="658"/>
                        <a:pt x="423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35"/>
                <p:cNvSpPr/>
                <p:nvPr/>
              </p:nvSpPr>
              <p:spPr>
                <a:xfrm>
                  <a:off x="6119537" y="3838731"/>
                  <a:ext cx="873139" cy="770952"/>
                </a:xfrm>
                <a:custGeom>
                  <a:rect b="b" l="l" r="r" t="t"/>
                  <a:pathLst>
                    <a:path extrusionOk="0" h="2919" w="3306">
                      <a:moveTo>
                        <a:pt x="1833" y="1"/>
                      </a:moveTo>
                      <a:lnTo>
                        <a:pt x="734" y="1697"/>
                      </a:lnTo>
                      <a:lnTo>
                        <a:pt x="518" y="1531"/>
                      </a:lnTo>
                      <a:cubicBezTo>
                        <a:pt x="389" y="1719"/>
                        <a:pt x="137" y="2107"/>
                        <a:pt x="78" y="2200"/>
                      </a:cubicBezTo>
                      <a:cubicBezTo>
                        <a:pt x="35" y="2264"/>
                        <a:pt x="14" y="2337"/>
                        <a:pt x="0" y="2387"/>
                      </a:cubicBezTo>
                      <a:cubicBezTo>
                        <a:pt x="7" y="2394"/>
                        <a:pt x="7" y="2409"/>
                        <a:pt x="14" y="2423"/>
                      </a:cubicBezTo>
                      <a:cubicBezTo>
                        <a:pt x="416" y="2718"/>
                        <a:pt x="949" y="2918"/>
                        <a:pt x="1624" y="2918"/>
                      </a:cubicBezTo>
                      <a:lnTo>
                        <a:pt x="3306" y="2918"/>
                      </a:lnTo>
                      <a:cubicBezTo>
                        <a:pt x="3242" y="2918"/>
                        <a:pt x="3183" y="2911"/>
                        <a:pt x="3126" y="2904"/>
                      </a:cubicBezTo>
                      <a:cubicBezTo>
                        <a:pt x="3120" y="2904"/>
                        <a:pt x="3113" y="2904"/>
                        <a:pt x="3113" y="2897"/>
                      </a:cubicBezTo>
                      <a:lnTo>
                        <a:pt x="3090" y="2897"/>
                      </a:lnTo>
                      <a:cubicBezTo>
                        <a:pt x="3076" y="2897"/>
                        <a:pt x="3063" y="2890"/>
                        <a:pt x="3047" y="2890"/>
                      </a:cubicBezTo>
                      <a:cubicBezTo>
                        <a:pt x="3047" y="2884"/>
                        <a:pt x="3040" y="2884"/>
                        <a:pt x="3033" y="2884"/>
                      </a:cubicBezTo>
                      <a:cubicBezTo>
                        <a:pt x="3019" y="2884"/>
                        <a:pt x="2997" y="2875"/>
                        <a:pt x="2983" y="2868"/>
                      </a:cubicBezTo>
                      <a:cubicBezTo>
                        <a:pt x="2961" y="2861"/>
                        <a:pt x="2940" y="2854"/>
                        <a:pt x="2925" y="2847"/>
                      </a:cubicBezTo>
                      <a:cubicBezTo>
                        <a:pt x="2904" y="2847"/>
                        <a:pt x="2890" y="2840"/>
                        <a:pt x="2875" y="2832"/>
                      </a:cubicBezTo>
                      <a:cubicBezTo>
                        <a:pt x="2868" y="2832"/>
                        <a:pt x="2861" y="2825"/>
                        <a:pt x="2861" y="2825"/>
                      </a:cubicBezTo>
                      <a:cubicBezTo>
                        <a:pt x="2847" y="2818"/>
                        <a:pt x="2838" y="2818"/>
                        <a:pt x="2825" y="2811"/>
                      </a:cubicBezTo>
                      <a:cubicBezTo>
                        <a:pt x="2804" y="2797"/>
                        <a:pt x="2781" y="2789"/>
                        <a:pt x="2752" y="2775"/>
                      </a:cubicBezTo>
                      <a:cubicBezTo>
                        <a:pt x="2738" y="2761"/>
                        <a:pt x="2724" y="2754"/>
                        <a:pt x="2709" y="2746"/>
                      </a:cubicBezTo>
                      <a:lnTo>
                        <a:pt x="2702" y="2739"/>
                      </a:lnTo>
                      <a:cubicBezTo>
                        <a:pt x="2688" y="2732"/>
                        <a:pt x="2666" y="2718"/>
                        <a:pt x="2652" y="2702"/>
                      </a:cubicBezTo>
                      <a:cubicBezTo>
                        <a:pt x="2638" y="2696"/>
                        <a:pt x="2616" y="2682"/>
                        <a:pt x="2602" y="2668"/>
                      </a:cubicBezTo>
                      <a:cubicBezTo>
                        <a:pt x="2588" y="2652"/>
                        <a:pt x="2573" y="2639"/>
                        <a:pt x="2559" y="2632"/>
                      </a:cubicBezTo>
                      <a:cubicBezTo>
                        <a:pt x="2545" y="2616"/>
                        <a:pt x="2536" y="2609"/>
                        <a:pt x="2523" y="2595"/>
                      </a:cubicBezTo>
                      <a:cubicBezTo>
                        <a:pt x="2516" y="2589"/>
                        <a:pt x="2509" y="2582"/>
                        <a:pt x="2493" y="2566"/>
                      </a:cubicBezTo>
                      <a:cubicBezTo>
                        <a:pt x="2486" y="2559"/>
                        <a:pt x="2479" y="2545"/>
                        <a:pt x="2466" y="2539"/>
                      </a:cubicBezTo>
                      <a:cubicBezTo>
                        <a:pt x="2459" y="2523"/>
                        <a:pt x="2450" y="2516"/>
                        <a:pt x="2436" y="2502"/>
                      </a:cubicBezTo>
                      <a:cubicBezTo>
                        <a:pt x="2436" y="2495"/>
                        <a:pt x="2429" y="2487"/>
                        <a:pt x="2423" y="2487"/>
                      </a:cubicBezTo>
                      <a:cubicBezTo>
                        <a:pt x="2416" y="2473"/>
                        <a:pt x="2400" y="2459"/>
                        <a:pt x="2393" y="2444"/>
                      </a:cubicBezTo>
                      <a:cubicBezTo>
                        <a:pt x="2386" y="2430"/>
                        <a:pt x="2373" y="2416"/>
                        <a:pt x="2364" y="2401"/>
                      </a:cubicBezTo>
                      <a:cubicBezTo>
                        <a:pt x="2293" y="2294"/>
                        <a:pt x="2235" y="2178"/>
                        <a:pt x="2191" y="2049"/>
                      </a:cubicBezTo>
                      <a:cubicBezTo>
                        <a:pt x="2191" y="2042"/>
                        <a:pt x="2184" y="2028"/>
                        <a:pt x="2184" y="2012"/>
                      </a:cubicBezTo>
                      <a:cubicBezTo>
                        <a:pt x="2178" y="1999"/>
                        <a:pt x="2171" y="1978"/>
                        <a:pt x="2164" y="1962"/>
                      </a:cubicBezTo>
                      <a:cubicBezTo>
                        <a:pt x="2164" y="1949"/>
                        <a:pt x="2157" y="1935"/>
                        <a:pt x="2157" y="1919"/>
                      </a:cubicBezTo>
                      <a:cubicBezTo>
                        <a:pt x="2148" y="1905"/>
                        <a:pt x="2148" y="1883"/>
                        <a:pt x="2141" y="1862"/>
                      </a:cubicBezTo>
                      <a:cubicBezTo>
                        <a:pt x="2141" y="1849"/>
                        <a:pt x="2141" y="1840"/>
                        <a:pt x="2134" y="1826"/>
                      </a:cubicBezTo>
                      <a:cubicBezTo>
                        <a:pt x="2134" y="1805"/>
                        <a:pt x="2128" y="1783"/>
                        <a:pt x="2128" y="1762"/>
                      </a:cubicBezTo>
                      <a:cubicBezTo>
                        <a:pt x="2121" y="1747"/>
                        <a:pt x="2121" y="1726"/>
                        <a:pt x="2121" y="1704"/>
                      </a:cubicBezTo>
                      <a:cubicBezTo>
                        <a:pt x="2114" y="1690"/>
                        <a:pt x="2114" y="1676"/>
                        <a:pt x="2114" y="1654"/>
                      </a:cubicBezTo>
                      <a:lnTo>
                        <a:pt x="2114" y="1617"/>
                      </a:lnTo>
                      <a:cubicBezTo>
                        <a:pt x="2105" y="1597"/>
                        <a:pt x="2105" y="1574"/>
                        <a:pt x="2105" y="1554"/>
                      </a:cubicBezTo>
                      <a:cubicBezTo>
                        <a:pt x="2098" y="1352"/>
                        <a:pt x="2128" y="1136"/>
                        <a:pt x="2184" y="927"/>
                      </a:cubicBezTo>
                      <a:cubicBezTo>
                        <a:pt x="2271" y="648"/>
                        <a:pt x="2386" y="396"/>
                        <a:pt x="2545" y="158"/>
                      </a:cubicBezTo>
                      <a:lnTo>
                        <a:pt x="2379" y="158"/>
                      </a:lnTo>
                      <a:cubicBezTo>
                        <a:pt x="2286" y="158"/>
                        <a:pt x="2062" y="87"/>
                        <a:pt x="1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5880254" y="3453385"/>
                  <a:ext cx="417818" cy="611690"/>
                </a:xfrm>
                <a:custGeom>
                  <a:rect b="b" l="l" r="r" t="t"/>
                  <a:pathLst>
                    <a:path extrusionOk="0" h="2316" w="1582">
                      <a:moveTo>
                        <a:pt x="1581" y="0"/>
                      </a:moveTo>
                      <a:lnTo>
                        <a:pt x="1581" y="0"/>
                      </a:lnTo>
                      <a:cubicBezTo>
                        <a:pt x="518" y="402"/>
                        <a:pt x="115" y="1086"/>
                        <a:pt x="15" y="1912"/>
                      </a:cubicBezTo>
                      <a:cubicBezTo>
                        <a:pt x="1" y="2041"/>
                        <a:pt x="1" y="2178"/>
                        <a:pt x="15" y="2316"/>
                      </a:cubicBezTo>
                      <a:lnTo>
                        <a:pt x="15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fill="none" h="246" w="281">
                      <a:moveTo>
                        <a:pt x="280" y="159"/>
                      </a:moveTo>
                      <a:lnTo>
                        <a:pt x="230" y="245"/>
                      </a:lnTo>
                      <a:cubicBezTo>
                        <a:pt x="230" y="238"/>
                        <a:pt x="223" y="231"/>
                        <a:pt x="223" y="223"/>
                      </a:cubicBezTo>
                      <a:cubicBezTo>
                        <a:pt x="223" y="223"/>
                        <a:pt x="216" y="223"/>
                        <a:pt x="216" y="216"/>
                      </a:cubicBezTo>
                      <a:cubicBezTo>
                        <a:pt x="216" y="216"/>
                        <a:pt x="208" y="216"/>
                        <a:pt x="208" y="209"/>
                      </a:cubicBezTo>
                      <a:cubicBezTo>
                        <a:pt x="208" y="209"/>
                        <a:pt x="201" y="209"/>
                        <a:pt x="201" y="202"/>
                      </a:cubicBezTo>
                      <a:cubicBezTo>
                        <a:pt x="187" y="195"/>
                        <a:pt x="164" y="188"/>
                        <a:pt x="151" y="195"/>
                      </a:cubicBezTo>
                      <a:lnTo>
                        <a:pt x="144" y="195"/>
                      </a:lnTo>
                      <a:cubicBezTo>
                        <a:pt x="137" y="195"/>
                        <a:pt x="130" y="195"/>
                        <a:pt x="121" y="202"/>
                      </a:cubicBezTo>
                      <a:lnTo>
                        <a:pt x="108" y="202"/>
                      </a:lnTo>
                      <a:cubicBezTo>
                        <a:pt x="94" y="209"/>
                        <a:pt x="78" y="216"/>
                        <a:pt x="58" y="216"/>
                      </a:cubicBezTo>
                      <a:cubicBezTo>
                        <a:pt x="35" y="188"/>
                        <a:pt x="21" y="152"/>
                        <a:pt x="1" y="116"/>
                      </a:cubicBezTo>
                      <a:cubicBezTo>
                        <a:pt x="35" y="73"/>
                        <a:pt x="71" y="29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fill="none" h="2993" w="2221">
                      <a:moveTo>
                        <a:pt x="2221" y="1"/>
                      </a:moveTo>
                      <a:lnTo>
                        <a:pt x="970" y="2382"/>
                      </a:lnTo>
                      <a:lnTo>
                        <a:pt x="970" y="2382"/>
                      </a:lnTo>
                      <a:lnTo>
                        <a:pt x="849" y="2618"/>
                      </a:lnTo>
                      <a:lnTo>
                        <a:pt x="884" y="2640"/>
                      </a:lnTo>
                      <a:lnTo>
                        <a:pt x="668" y="299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567" y="66"/>
                      </a:lnTo>
                      <a:cubicBezTo>
                        <a:pt x="1626" y="44"/>
                        <a:pt x="1689" y="23"/>
                        <a:pt x="1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35"/>
                <p:cNvSpPr/>
                <p:nvPr/>
              </p:nvSpPr>
              <p:spPr>
                <a:xfrm>
                  <a:off x="6071733" y="2910362"/>
                  <a:ext cx="797605" cy="525853"/>
                </a:xfrm>
                <a:custGeom>
                  <a:rect b="b" l="l" r="r" t="t"/>
                  <a:pathLst>
                    <a:path extrusionOk="0" h="1991" w="3020">
                      <a:moveTo>
                        <a:pt x="1446" y="792"/>
                      </a:moveTo>
                      <a:cubicBezTo>
                        <a:pt x="1525" y="792"/>
                        <a:pt x="1605" y="856"/>
                        <a:pt x="1625" y="935"/>
                      </a:cubicBezTo>
                      <a:cubicBezTo>
                        <a:pt x="1639" y="971"/>
                        <a:pt x="1662" y="1058"/>
                        <a:pt x="1510" y="1172"/>
                      </a:cubicBezTo>
                      <a:lnTo>
                        <a:pt x="1446" y="1223"/>
                      </a:lnTo>
                      <a:lnTo>
                        <a:pt x="1360" y="1172"/>
                      </a:lnTo>
                      <a:cubicBezTo>
                        <a:pt x="1144" y="1058"/>
                        <a:pt x="1115" y="971"/>
                        <a:pt x="1108" y="935"/>
                      </a:cubicBezTo>
                      <a:cubicBezTo>
                        <a:pt x="1087" y="856"/>
                        <a:pt x="1130" y="792"/>
                        <a:pt x="1208" y="792"/>
                      </a:cubicBezTo>
                      <a:cubicBezTo>
                        <a:pt x="1260" y="792"/>
                        <a:pt x="1310" y="820"/>
                        <a:pt x="1346" y="856"/>
                      </a:cubicBezTo>
                      <a:cubicBezTo>
                        <a:pt x="1360" y="820"/>
                        <a:pt x="1396" y="792"/>
                        <a:pt x="1446" y="792"/>
                      </a:cubicBezTo>
                      <a:close/>
                      <a:moveTo>
                        <a:pt x="0" y="0"/>
                      </a:moveTo>
                      <a:lnTo>
                        <a:pt x="633" y="1991"/>
                      </a:lnTo>
                      <a:lnTo>
                        <a:pt x="3019" y="1991"/>
                      </a:lnTo>
                      <a:lnTo>
                        <a:pt x="2976" y="1841"/>
                      </a:lnTo>
                      <a:lnTo>
                        <a:pt x="2840" y="1410"/>
                      </a:lnTo>
                      <a:lnTo>
                        <a:pt x="2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35"/>
                <p:cNvSpPr/>
                <p:nvPr/>
              </p:nvSpPr>
              <p:spPr>
                <a:xfrm>
                  <a:off x="6857720" y="3396336"/>
                  <a:ext cx="171142" cy="39881"/>
                </a:xfrm>
                <a:custGeom>
                  <a:rect b="b" l="l" r="r" t="t"/>
                  <a:pathLst>
                    <a:path extrusionOk="0" h="151" w="648">
                      <a:moveTo>
                        <a:pt x="0" y="1"/>
                      </a:moveTo>
                      <a:lnTo>
                        <a:pt x="43" y="151"/>
                      </a:lnTo>
                      <a:lnTo>
                        <a:pt x="647" y="151"/>
                      </a:lnTo>
                      <a:cubicBezTo>
                        <a:pt x="633" y="137"/>
                        <a:pt x="613" y="123"/>
                        <a:pt x="590" y="108"/>
                      </a:cubicBezTo>
                      <a:cubicBezTo>
                        <a:pt x="518" y="51"/>
                        <a:pt x="44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fill="none" h="1294" w="1043">
                      <a:moveTo>
                        <a:pt x="1029" y="402"/>
                      </a:moveTo>
                      <a:cubicBezTo>
                        <a:pt x="1015" y="488"/>
                        <a:pt x="972" y="647"/>
                        <a:pt x="913" y="833"/>
                      </a:cubicBezTo>
                      <a:cubicBezTo>
                        <a:pt x="836" y="813"/>
                        <a:pt x="698" y="790"/>
                        <a:pt x="670" y="790"/>
                      </a:cubicBezTo>
                      <a:cubicBezTo>
                        <a:pt x="641" y="790"/>
                        <a:pt x="389" y="913"/>
                        <a:pt x="346" y="942"/>
                      </a:cubicBezTo>
                      <a:cubicBezTo>
                        <a:pt x="310" y="970"/>
                        <a:pt x="239" y="1194"/>
                        <a:pt x="232" y="1214"/>
                      </a:cubicBezTo>
                      <a:cubicBezTo>
                        <a:pt x="217" y="1237"/>
                        <a:pt x="210" y="1287"/>
                        <a:pt x="260" y="1287"/>
                      </a:cubicBezTo>
                      <a:lnTo>
                        <a:pt x="555" y="1287"/>
                      </a:lnTo>
                      <a:cubicBezTo>
                        <a:pt x="555" y="1287"/>
                        <a:pt x="562" y="1287"/>
                        <a:pt x="562" y="1294"/>
                      </a:cubicBezTo>
                      <a:lnTo>
                        <a:pt x="137" y="1294"/>
                      </a:lnTo>
                      <a:lnTo>
                        <a:pt x="1" y="863"/>
                      </a:lnTo>
                      <a:cubicBezTo>
                        <a:pt x="217" y="733"/>
                        <a:pt x="382" y="590"/>
                        <a:pt x="518" y="445"/>
                      </a:cubicBezTo>
                      <a:cubicBezTo>
                        <a:pt x="691" y="452"/>
                        <a:pt x="950" y="309"/>
                        <a:pt x="1008" y="123"/>
                      </a:cubicBezTo>
                      <a:cubicBezTo>
                        <a:pt x="1015" y="93"/>
                        <a:pt x="1029" y="50"/>
                        <a:pt x="1043" y="0"/>
                      </a:cubicBezTo>
                      <a:cubicBezTo>
                        <a:pt x="1043" y="136"/>
                        <a:pt x="1043" y="288"/>
                        <a:pt x="1029" y="4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5806040" y="4326818"/>
                  <a:ext cx="7923" cy="2113"/>
                </a:xfrm>
                <a:custGeom>
                  <a:rect b="b" l="l" r="r" t="t"/>
                  <a:pathLst>
                    <a:path extrusionOk="0" h="8" w="3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8" y="7"/>
                        <a:pt x="23" y="7"/>
                        <a:pt x="30" y="7"/>
                      </a:cubicBezTo>
                      <a:cubicBezTo>
                        <a:pt x="23" y="7"/>
                        <a:pt x="14" y="7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35"/>
                <p:cNvSpPr/>
                <p:nvPr/>
              </p:nvSpPr>
              <p:spPr>
                <a:xfrm>
                  <a:off x="5722581" y="4133220"/>
                  <a:ext cx="250902" cy="177485"/>
                </a:xfrm>
                <a:custGeom>
                  <a:rect b="b" l="l" r="r" t="t"/>
                  <a:pathLst>
                    <a:path extrusionOk="0" h="672" w="950">
                      <a:moveTo>
                        <a:pt x="489" y="0"/>
                      </a:moveTo>
                      <a:lnTo>
                        <a:pt x="1" y="639"/>
                      </a:lnTo>
                      <a:lnTo>
                        <a:pt x="8" y="647"/>
                      </a:lnTo>
                      <a:cubicBezTo>
                        <a:pt x="8" y="647"/>
                        <a:pt x="15" y="647"/>
                        <a:pt x="15" y="654"/>
                      </a:cubicBezTo>
                      <a:cubicBezTo>
                        <a:pt x="15" y="654"/>
                        <a:pt x="37" y="616"/>
                        <a:pt x="111" y="616"/>
                      </a:cubicBezTo>
                      <a:cubicBezTo>
                        <a:pt x="121" y="616"/>
                        <a:pt x="132" y="616"/>
                        <a:pt x="144" y="618"/>
                      </a:cubicBezTo>
                      <a:cubicBezTo>
                        <a:pt x="151" y="618"/>
                        <a:pt x="158" y="618"/>
                        <a:pt x="173" y="625"/>
                      </a:cubicBezTo>
                      <a:lnTo>
                        <a:pt x="173" y="604"/>
                      </a:lnTo>
                      <a:cubicBezTo>
                        <a:pt x="167" y="582"/>
                        <a:pt x="187" y="552"/>
                        <a:pt x="210" y="552"/>
                      </a:cubicBezTo>
                      <a:lnTo>
                        <a:pt x="217" y="552"/>
                      </a:lnTo>
                      <a:cubicBezTo>
                        <a:pt x="237" y="552"/>
                        <a:pt x="260" y="575"/>
                        <a:pt x="260" y="596"/>
                      </a:cubicBezTo>
                      <a:lnTo>
                        <a:pt x="267" y="639"/>
                      </a:lnTo>
                      <a:cubicBezTo>
                        <a:pt x="296" y="639"/>
                        <a:pt x="330" y="647"/>
                        <a:pt x="360" y="647"/>
                      </a:cubicBezTo>
                      <a:lnTo>
                        <a:pt x="360" y="618"/>
                      </a:lnTo>
                      <a:cubicBezTo>
                        <a:pt x="360" y="596"/>
                        <a:pt x="374" y="568"/>
                        <a:pt x="403" y="568"/>
                      </a:cubicBezTo>
                      <a:cubicBezTo>
                        <a:pt x="432" y="568"/>
                        <a:pt x="446" y="589"/>
                        <a:pt x="453" y="611"/>
                      </a:cubicBezTo>
                      <a:lnTo>
                        <a:pt x="453" y="661"/>
                      </a:lnTo>
                      <a:lnTo>
                        <a:pt x="503" y="661"/>
                      </a:lnTo>
                      <a:cubicBezTo>
                        <a:pt x="518" y="661"/>
                        <a:pt x="539" y="668"/>
                        <a:pt x="555" y="668"/>
                      </a:cubicBezTo>
                      <a:lnTo>
                        <a:pt x="546" y="632"/>
                      </a:lnTo>
                      <a:cubicBezTo>
                        <a:pt x="546" y="611"/>
                        <a:pt x="568" y="589"/>
                        <a:pt x="589" y="582"/>
                      </a:cubicBezTo>
                      <a:lnTo>
                        <a:pt x="598" y="582"/>
                      </a:lnTo>
                      <a:cubicBezTo>
                        <a:pt x="619" y="582"/>
                        <a:pt x="641" y="604"/>
                        <a:pt x="641" y="625"/>
                      </a:cubicBezTo>
                      <a:lnTo>
                        <a:pt x="648" y="668"/>
                      </a:lnTo>
                      <a:cubicBezTo>
                        <a:pt x="660" y="670"/>
                        <a:pt x="671" y="671"/>
                        <a:pt x="682" y="671"/>
                      </a:cubicBezTo>
                      <a:cubicBezTo>
                        <a:pt x="703" y="671"/>
                        <a:pt x="721" y="668"/>
                        <a:pt x="741" y="668"/>
                      </a:cubicBezTo>
                      <a:lnTo>
                        <a:pt x="741" y="647"/>
                      </a:lnTo>
                      <a:cubicBezTo>
                        <a:pt x="734" y="625"/>
                        <a:pt x="755" y="604"/>
                        <a:pt x="784" y="596"/>
                      </a:cubicBezTo>
                      <a:cubicBezTo>
                        <a:pt x="791" y="596"/>
                        <a:pt x="798" y="604"/>
                        <a:pt x="798" y="604"/>
                      </a:cubicBezTo>
                      <a:cubicBezTo>
                        <a:pt x="820" y="575"/>
                        <a:pt x="841" y="552"/>
                        <a:pt x="857" y="532"/>
                      </a:cubicBezTo>
                      <a:cubicBezTo>
                        <a:pt x="891" y="489"/>
                        <a:pt x="927" y="445"/>
                        <a:pt x="950" y="416"/>
                      </a:cubicBezTo>
                      <a:lnTo>
                        <a:pt x="719" y="207"/>
                      </a:lnTo>
                      <a:lnTo>
                        <a:pt x="489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5388220" y="4322592"/>
                  <a:ext cx="408574" cy="309807"/>
                </a:xfrm>
                <a:custGeom>
                  <a:rect b="b" l="l" r="r" t="t"/>
                  <a:pathLst>
                    <a:path extrusionOk="0" h="1173" w="1547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cubicBezTo>
                        <a:pt x="87" y="146"/>
                        <a:pt x="66" y="246"/>
                        <a:pt x="1" y="368"/>
                      </a:cubicBezTo>
                      <a:lnTo>
                        <a:pt x="1367" y="1172"/>
                      </a:lnTo>
                      <a:cubicBezTo>
                        <a:pt x="1453" y="1065"/>
                        <a:pt x="1510" y="943"/>
                        <a:pt x="1546" y="827"/>
                      </a:cubicBezTo>
                      <a:lnTo>
                        <a:pt x="454" y="189"/>
                      </a:lnTo>
                      <a:cubicBezTo>
                        <a:pt x="447" y="180"/>
                        <a:pt x="441" y="167"/>
                        <a:pt x="441" y="160"/>
                      </a:cubicBezTo>
                      <a:lnTo>
                        <a:pt x="425" y="23"/>
                      </a:lnTo>
                      <a:cubicBezTo>
                        <a:pt x="397" y="23"/>
                        <a:pt x="361" y="17"/>
                        <a:pt x="332" y="17"/>
                      </a:cubicBezTo>
                      <a:lnTo>
                        <a:pt x="339" y="117"/>
                      </a:lnTo>
                      <a:cubicBezTo>
                        <a:pt x="346" y="137"/>
                        <a:pt x="325" y="167"/>
                        <a:pt x="296" y="167"/>
                      </a:cubicBezTo>
                      <a:cubicBezTo>
                        <a:pt x="268" y="167"/>
                        <a:pt x="253" y="146"/>
                        <a:pt x="246" y="123"/>
                      </a:cubicBezTo>
                      <a:lnTo>
                        <a:pt x="239" y="1"/>
                      </a:lnTo>
                      <a:lnTo>
                        <a:pt x="216" y="1"/>
                      </a:lnTo>
                      <a:cubicBezTo>
                        <a:pt x="211" y="1"/>
                        <a:pt x="207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5748992" y="4541016"/>
                  <a:ext cx="47803" cy="91384"/>
                </a:xfrm>
                <a:custGeom>
                  <a:rect b="b" l="l" r="r" t="t"/>
                  <a:pathLst>
                    <a:path extrusionOk="0" fill="none" h="346" w="181">
                      <a:moveTo>
                        <a:pt x="180" y="0"/>
                      </a:moveTo>
                      <a:cubicBezTo>
                        <a:pt x="144" y="116"/>
                        <a:pt x="87" y="238"/>
                        <a:pt x="1" y="345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5540347" y="4284031"/>
                  <a:ext cx="189893" cy="136019"/>
                </a:xfrm>
                <a:custGeom>
                  <a:rect b="b" l="l" r="r" t="t"/>
                  <a:pathLst>
                    <a:path extrusionOk="0" h="515" w="719">
                      <a:moveTo>
                        <a:pt x="345" y="1"/>
                      </a:moveTo>
                      <a:cubicBezTo>
                        <a:pt x="247" y="1"/>
                        <a:pt x="175" y="21"/>
                        <a:pt x="123" y="47"/>
                      </a:cubicBezTo>
                      <a:cubicBezTo>
                        <a:pt x="94" y="61"/>
                        <a:pt x="65" y="83"/>
                        <a:pt x="51" y="97"/>
                      </a:cubicBezTo>
                      <a:cubicBezTo>
                        <a:pt x="44" y="97"/>
                        <a:pt x="37" y="104"/>
                        <a:pt x="37" y="111"/>
                      </a:cubicBezTo>
                      <a:cubicBezTo>
                        <a:pt x="15" y="133"/>
                        <a:pt x="1" y="147"/>
                        <a:pt x="1" y="147"/>
                      </a:cubicBezTo>
                      <a:lnTo>
                        <a:pt x="44" y="169"/>
                      </a:lnTo>
                      <a:lnTo>
                        <a:pt x="94" y="197"/>
                      </a:lnTo>
                      <a:lnTo>
                        <a:pt x="144" y="226"/>
                      </a:lnTo>
                      <a:lnTo>
                        <a:pt x="244" y="292"/>
                      </a:lnTo>
                      <a:lnTo>
                        <a:pt x="346" y="349"/>
                      </a:lnTo>
                      <a:lnTo>
                        <a:pt x="575" y="485"/>
                      </a:lnTo>
                      <a:lnTo>
                        <a:pt x="632" y="514"/>
                      </a:lnTo>
                      <a:cubicBezTo>
                        <a:pt x="641" y="499"/>
                        <a:pt x="648" y="485"/>
                        <a:pt x="655" y="471"/>
                      </a:cubicBezTo>
                      <a:cubicBezTo>
                        <a:pt x="675" y="435"/>
                        <a:pt x="691" y="399"/>
                        <a:pt x="698" y="363"/>
                      </a:cubicBezTo>
                      <a:cubicBezTo>
                        <a:pt x="705" y="349"/>
                        <a:pt x="705" y="342"/>
                        <a:pt x="705" y="326"/>
                      </a:cubicBezTo>
                      <a:cubicBezTo>
                        <a:pt x="712" y="320"/>
                        <a:pt x="712" y="306"/>
                        <a:pt x="712" y="299"/>
                      </a:cubicBezTo>
                      <a:cubicBezTo>
                        <a:pt x="719" y="276"/>
                        <a:pt x="719" y="256"/>
                        <a:pt x="719" y="240"/>
                      </a:cubicBezTo>
                      <a:lnTo>
                        <a:pt x="719" y="213"/>
                      </a:lnTo>
                      <a:cubicBezTo>
                        <a:pt x="719" y="147"/>
                        <a:pt x="712" y="104"/>
                        <a:pt x="705" y="83"/>
                      </a:cubicBezTo>
                      <a:cubicBezTo>
                        <a:pt x="705" y="76"/>
                        <a:pt x="698" y="76"/>
                        <a:pt x="698" y="76"/>
                      </a:cubicBezTo>
                      <a:lnTo>
                        <a:pt x="691" y="68"/>
                      </a:lnTo>
                      <a:cubicBezTo>
                        <a:pt x="551" y="19"/>
                        <a:pt x="437" y="1"/>
                        <a:pt x="3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5843807" y="4064814"/>
                  <a:ext cx="216832" cy="220272"/>
                </a:xfrm>
                <a:custGeom>
                  <a:rect b="b" l="l" r="r" t="t"/>
                  <a:pathLst>
                    <a:path extrusionOk="0" h="834" w="821">
                      <a:moveTo>
                        <a:pt x="153" y="1"/>
                      </a:moveTo>
                      <a:lnTo>
                        <a:pt x="1" y="237"/>
                      </a:lnTo>
                      <a:lnTo>
                        <a:pt x="30" y="259"/>
                      </a:lnTo>
                      <a:lnTo>
                        <a:pt x="260" y="466"/>
                      </a:lnTo>
                      <a:lnTo>
                        <a:pt x="491" y="675"/>
                      </a:lnTo>
                      <a:lnTo>
                        <a:pt x="677" y="834"/>
                      </a:lnTo>
                      <a:lnTo>
                        <a:pt x="820" y="611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35"/>
                <p:cNvSpPr/>
                <p:nvPr/>
              </p:nvSpPr>
              <p:spPr>
                <a:xfrm>
                  <a:off x="6108180" y="3435954"/>
                  <a:ext cx="1325027" cy="850979"/>
                </a:xfrm>
                <a:custGeom>
                  <a:rect b="b" l="l" r="r" t="t"/>
                  <a:pathLst>
                    <a:path extrusionOk="0" h="3222" w="5017">
                      <a:moveTo>
                        <a:pt x="1372" y="1"/>
                      </a:moveTo>
                      <a:lnTo>
                        <a:pt x="121" y="2382"/>
                      </a:lnTo>
                      <a:lnTo>
                        <a:pt x="0" y="2618"/>
                      </a:lnTo>
                      <a:lnTo>
                        <a:pt x="35" y="2640"/>
                      </a:lnTo>
                      <a:lnTo>
                        <a:pt x="107" y="2697"/>
                      </a:lnTo>
                      <a:lnTo>
                        <a:pt x="561" y="3056"/>
                      </a:lnTo>
                      <a:lnTo>
                        <a:pt x="777" y="3222"/>
                      </a:lnTo>
                      <a:lnTo>
                        <a:pt x="1876" y="1526"/>
                      </a:lnTo>
                      <a:lnTo>
                        <a:pt x="2048" y="1274"/>
                      </a:lnTo>
                      <a:cubicBezTo>
                        <a:pt x="2048" y="1274"/>
                        <a:pt x="2379" y="1403"/>
                        <a:pt x="2702" y="1526"/>
                      </a:cubicBezTo>
                      <a:cubicBezTo>
                        <a:pt x="3019" y="1115"/>
                        <a:pt x="3442" y="786"/>
                        <a:pt x="3953" y="541"/>
                      </a:cubicBezTo>
                      <a:cubicBezTo>
                        <a:pt x="4046" y="498"/>
                        <a:pt x="4141" y="462"/>
                        <a:pt x="4234" y="418"/>
                      </a:cubicBezTo>
                      <a:cubicBezTo>
                        <a:pt x="4291" y="398"/>
                        <a:pt x="4341" y="375"/>
                        <a:pt x="4399" y="355"/>
                      </a:cubicBezTo>
                      <a:cubicBezTo>
                        <a:pt x="4513" y="318"/>
                        <a:pt x="4629" y="275"/>
                        <a:pt x="4744" y="239"/>
                      </a:cubicBezTo>
                      <a:cubicBezTo>
                        <a:pt x="4838" y="210"/>
                        <a:pt x="4931" y="173"/>
                        <a:pt x="5017" y="146"/>
                      </a:cubicBezTo>
                      <a:lnTo>
                        <a:pt x="4622" y="146"/>
                      </a:lnTo>
                      <a:cubicBezTo>
                        <a:pt x="4341" y="146"/>
                        <a:pt x="4098" y="146"/>
                        <a:pt x="4003" y="139"/>
                      </a:cubicBezTo>
                      <a:cubicBezTo>
                        <a:pt x="3996" y="146"/>
                        <a:pt x="3996" y="146"/>
                        <a:pt x="3989" y="146"/>
                      </a:cubicBezTo>
                      <a:cubicBezTo>
                        <a:pt x="3916" y="160"/>
                        <a:pt x="3859" y="166"/>
                        <a:pt x="3813" y="166"/>
                      </a:cubicBezTo>
                      <a:cubicBezTo>
                        <a:pt x="3695" y="166"/>
                        <a:pt x="3652" y="129"/>
                        <a:pt x="3614" y="103"/>
                      </a:cubicBezTo>
                      <a:cubicBezTo>
                        <a:pt x="3594" y="80"/>
                        <a:pt x="3544" y="44"/>
                        <a:pt x="3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35"/>
                <p:cNvSpPr/>
                <p:nvPr/>
              </p:nvSpPr>
              <p:spPr>
                <a:xfrm>
                  <a:off x="5991972" y="4133220"/>
                  <a:ext cx="264636" cy="335954"/>
                </a:xfrm>
                <a:custGeom>
                  <a:rect b="b" l="l" r="r" t="t"/>
                  <a:pathLst>
                    <a:path extrusionOk="0" h="1272" w="1002">
                      <a:moveTo>
                        <a:pt x="475" y="0"/>
                      </a:moveTo>
                      <a:lnTo>
                        <a:pt x="259" y="352"/>
                      </a:lnTo>
                      <a:lnTo>
                        <a:pt x="116" y="575"/>
                      </a:lnTo>
                      <a:lnTo>
                        <a:pt x="66" y="661"/>
                      </a:lnTo>
                      <a:cubicBezTo>
                        <a:pt x="73" y="668"/>
                        <a:pt x="73" y="675"/>
                        <a:pt x="80" y="690"/>
                      </a:cubicBezTo>
                      <a:lnTo>
                        <a:pt x="80" y="718"/>
                      </a:lnTo>
                      <a:lnTo>
                        <a:pt x="80" y="747"/>
                      </a:lnTo>
                      <a:cubicBezTo>
                        <a:pt x="80" y="754"/>
                        <a:pt x="80" y="754"/>
                        <a:pt x="73" y="761"/>
                      </a:cubicBezTo>
                      <a:cubicBezTo>
                        <a:pt x="73" y="761"/>
                        <a:pt x="73" y="768"/>
                        <a:pt x="66" y="777"/>
                      </a:cubicBezTo>
                      <a:lnTo>
                        <a:pt x="66" y="784"/>
                      </a:lnTo>
                      <a:cubicBezTo>
                        <a:pt x="66" y="784"/>
                        <a:pt x="66" y="790"/>
                        <a:pt x="59" y="790"/>
                      </a:cubicBezTo>
                      <a:cubicBezTo>
                        <a:pt x="59" y="797"/>
                        <a:pt x="59" y="797"/>
                        <a:pt x="52" y="797"/>
                      </a:cubicBezTo>
                      <a:cubicBezTo>
                        <a:pt x="52" y="804"/>
                        <a:pt x="52" y="804"/>
                        <a:pt x="44" y="811"/>
                      </a:cubicBezTo>
                      <a:cubicBezTo>
                        <a:pt x="44" y="820"/>
                        <a:pt x="37" y="827"/>
                        <a:pt x="30" y="834"/>
                      </a:cubicBezTo>
                      <a:cubicBezTo>
                        <a:pt x="23" y="840"/>
                        <a:pt x="9" y="847"/>
                        <a:pt x="0" y="847"/>
                      </a:cubicBezTo>
                      <a:cubicBezTo>
                        <a:pt x="37" y="870"/>
                        <a:pt x="66" y="906"/>
                        <a:pt x="95" y="949"/>
                      </a:cubicBezTo>
                      <a:cubicBezTo>
                        <a:pt x="145" y="1042"/>
                        <a:pt x="232" y="1142"/>
                        <a:pt x="332" y="1199"/>
                      </a:cubicBezTo>
                      <a:cubicBezTo>
                        <a:pt x="361" y="1215"/>
                        <a:pt x="382" y="1222"/>
                        <a:pt x="404" y="1236"/>
                      </a:cubicBezTo>
                      <a:cubicBezTo>
                        <a:pt x="440" y="1242"/>
                        <a:pt x="461" y="1258"/>
                        <a:pt x="483" y="1272"/>
                      </a:cubicBezTo>
                      <a:cubicBezTo>
                        <a:pt x="497" y="1222"/>
                        <a:pt x="518" y="1149"/>
                        <a:pt x="561" y="1085"/>
                      </a:cubicBezTo>
                      <a:cubicBezTo>
                        <a:pt x="620" y="992"/>
                        <a:pt x="872" y="604"/>
                        <a:pt x="1001" y="416"/>
                      </a:cubicBezTo>
                      <a:lnTo>
                        <a:pt x="547" y="57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35"/>
                <p:cNvSpPr/>
                <p:nvPr/>
              </p:nvSpPr>
              <p:spPr>
                <a:xfrm>
                  <a:off x="5707263" y="4322592"/>
                  <a:ext cx="418082" cy="309807"/>
                </a:xfrm>
                <a:custGeom>
                  <a:rect b="b" l="l" r="r" t="t"/>
                  <a:pathLst>
                    <a:path extrusionOk="0" h="1173" w="1583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lnTo>
                        <a:pt x="87" y="94"/>
                      </a:lnTo>
                      <a:cubicBezTo>
                        <a:pt x="87" y="110"/>
                        <a:pt x="87" y="130"/>
                        <a:pt x="80" y="153"/>
                      </a:cubicBezTo>
                      <a:cubicBezTo>
                        <a:pt x="80" y="160"/>
                        <a:pt x="80" y="174"/>
                        <a:pt x="73" y="180"/>
                      </a:cubicBezTo>
                      <a:cubicBezTo>
                        <a:pt x="73" y="196"/>
                        <a:pt x="73" y="203"/>
                        <a:pt x="66" y="217"/>
                      </a:cubicBezTo>
                      <a:cubicBezTo>
                        <a:pt x="59" y="253"/>
                        <a:pt x="43" y="289"/>
                        <a:pt x="23" y="325"/>
                      </a:cubicBezTo>
                      <a:cubicBezTo>
                        <a:pt x="16" y="339"/>
                        <a:pt x="9" y="353"/>
                        <a:pt x="0" y="368"/>
                      </a:cubicBezTo>
                      <a:lnTo>
                        <a:pt x="354" y="577"/>
                      </a:lnTo>
                      <a:lnTo>
                        <a:pt x="368" y="584"/>
                      </a:lnTo>
                      <a:lnTo>
                        <a:pt x="1367" y="1172"/>
                      </a:lnTo>
                      <a:cubicBezTo>
                        <a:pt x="1396" y="1145"/>
                        <a:pt x="1410" y="1115"/>
                        <a:pt x="1432" y="1086"/>
                      </a:cubicBezTo>
                      <a:cubicBezTo>
                        <a:pt x="1539" y="907"/>
                        <a:pt x="1582" y="698"/>
                        <a:pt x="1582" y="620"/>
                      </a:cubicBezTo>
                      <a:cubicBezTo>
                        <a:pt x="1582" y="605"/>
                        <a:pt x="1575" y="598"/>
                        <a:pt x="1575" y="591"/>
                      </a:cubicBezTo>
                      <a:cubicBezTo>
                        <a:pt x="1568" y="577"/>
                        <a:pt x="1568" y="562"/>
                        <a:pt x="1561" y="555"/>
                      </a:cubicBezTo>
                      <a:cubicBezTo>
                        <a:pt x="1539" y="541"/>
                        <a:pt x="1518" y="525"/>
                        <a:pt x="1482" y="519"/>
                      </a:cubicBezTo>
                      <a:cubicBezTo>
                        <a:pt x="1460" y="505"/>
                        <a:pt x="1439" y="498"/>
                        <a:pt x="1410" y="482"/>
                      </a:cubicBezTo>
                      <a:cubicBezTo>
                        <a:pt x="1310" y="425"/>
                        <a:pt x="1223" y="325"/>
                        <a:pt x="1173" y="232"/>
                      </a:cubicBezTo>
                      <a:cubicBezTo>
                        <a:pt x="1144" y="189"/>
                        <a:pt x="1115" y="153"/>
                        <a:pt x="1078" y="130"/>
                      </a:cubicBezTo>
                      <a:cubicBezTo>
                        <a:pt x="1072" y="123"/>
                        <a:pt x="1058" y="117"/>
                        <a:pt x="1044" y="117"/>
                      </a:cubicBezTo>
                      <a:cubicBezTo>
                        <a:pt x="1015" y="103"/>
                        <a:pt x="985" y="94"/>
                        <a:pt x="949" y="94"/>
                      </a:cubicBezTo>
                      <a:cubicBezTo>
                        <a:pt x="935" y="87"/>
                        <a:pt x="921" y="87"/>
                        <a:pt x="906" y="87"/>
                      </a:cubicBezTo>
                      <a:lnTo>
                        <a:pt x="921" y="224"/>
                      </a:lnTo>
                      <a:cubicBezTo>
                        <a:pt x="921" y="246"/>
                        <a:pt x="906" y="267"/>
                        <a:pt x="878" y="275"/>
                      </a:cubicBezTo>
                      <a:cubicBezTo>
                        <a:pt x="849" y="275"/>
                        <a:pt x="835" y="253"/>
                        <a:pt x="828" y="232"/>
                      </a:cubicBezTo>
                      <a:lnTo>
                        <a:pt x="813" y="73"/>
                      </a:lnTo>
                      <a:cubicBezTo>
                        <a:pt x="785" y="67"/>
                        <a:pt x="749" y="67"/>
                        <a:pt x="720" y="60"/>
                      </a:cubicBezTo>
                      <a:lnTo>
                        <a:pt x="713" y="67"/>
                      </a:lnTo>
                      <a:lnTo>
                        <a:pt x="727" y="189"/>
                      </a:lnTo>
                      <a:cubicBezTo>
                        <a:pt x="727" y="210"/>
                        <a:pt x="713" y="232"/>
                        <a:pt x="683" y="239"/>
                      </a:cubicBezTo>
                      <a:cubicBezTo>
                        <a:pt x="656" y="239"/>
                        <a:pt x="640" y="217"/>
                        <a:pt x="633" y="196"/>
                      </a:cubicBezTo>
                      <a:lnTo>
                        <a:pt x="633" y="167"/>
                      </a:lnTo>
                      <a:lnTo>
                        <a:pt x="620" y="51"/>
                      </a:lnTo>
                      <a:cubicBezTo>
                        <a:pt x="590" y="44"/>
                        <a:pt x="554" y="37"/>
                        <a:pt x="526" y="37"/>
                      </a:cubicBezTo>
                      <a:lnTo>
                        <a:pt x="533" y="153"/>
                      </a:lnTo>
                      <a:cubicBezTo>
                        <a:pt x="533" y="174"/>
                        <a:pt x="518" y="203"/>
                        <a:pt x="490" y="203"/>
                      </a:cubicBezTo>
                      <a:cubicBezTo>
                        <a:pt x="461" y="203"/>
                        <a:pt x="447" y="180"/>
                        <a:pt x="440" y="160"/>
                      </a:cubicBezTo>
                      <a:lnTo>
                        <a:pt x="432" y="23"/>
                      </a:lnTo>
                      <a:lnTo>
                        <a:pt x="404" y="23"/>
                      </a:lnTo>
                      <a:cubicBezTo>
                        <a:pt x="397" y="23"/>
                        <a:pt x="388" y="23"/>
                        <a:pt x="375" y="17"/>
                      </a:cubicBezTo>
                      <a:lnTo>
                        <a:pt x="331" y="17"/>
                      </a:lnTo>
                      <a:lnTo>
                        <a:pt x="338" y="117"/>
                      </a:lnTo>
                      <a:cubicBezTo>
                        <a:pt x="345" y="137"/>
                        <a:pt x="325" y="167"/>
                        <a:pt x="295" y="167"/>
                      </a:cubicBezTo>
                      <a:cubicBezTo>
                        <a:pt x="275" y="167"/>
                        <a:pt x="252" y="146"/>
                        <a:pt x="245" y="123"/>
                      </a:cubicBezTo>
                      <a:lnTo>
                        <a:pt x="238" y="1"/>
                      </a:lnTo>
                      <a:lnTo>
                        <a:pt x="216" y="1"/>
                      </a:lnTo>
                      <a:cubicBezTo>
                        <a:pt x="211" y="1"/>
                        <a:pt x="20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35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35"/>
                <p:cNvSpPr/>
                <p:nvPr/>
              </p:nvSpPr>
              <p:spPr>
                <a:xfrm>
                  <a:off x="5508125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00" y="37"/>
                      </a:lnTo>
                      <a:lnTo>
                        <a:pt x="73" y="80"/>
                      </a:lnTo>
                      <a:lnTo>
                        <a:pt x="0" y="189"/>
                      </a:lnTo>
                      <a:lnTo>
                        <a:pt x="1092" y="827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1122" y="584"/>
                      </a:lnTo>
                      <a:lnTo>
                        <a:pt x="1108" y="577"/>
                      </a:lnTo>
                      <a:lnTo>
                        <a:pt x="754" y="368"/>
                      </a:lnTo>
                      <a:lnTo>
                        <a:pt x="697" y="339"/>
                      </a:lnTo>
                      <a:lnTo>
                        <a:pt x="468" y="203"/>
                      </a:lnTo>
                      <a:lnTo>
                        <a:pt x="366" y="146"/>
                      </a:lnTo>
                      <a:lnTo>
                        <a:pt x="266" y="80"/>
                      </a:lnTo>
                      <a:lnTo>
                        <a:pt x="216" y="51"/>
                      </a:lnTo>
                      <a:lnTo>
                        <a:pt x="166" y="23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35"/>
                <p:cNvSpPr/>
                <p:nvPr/>
              </p:nvSpPr>
              <p:spPr>
                <a:xfrm>
                  <a:off x="5726279" y="4295652"/>
                  <a:ext cx="44106" cy="44635"/>
                </a:xfrm>
                <a:custGeom>
                  <a:rect b="b" l="l" r="r" t="t"/>
                  <a:pathLst>
                    <a:path extrusionOk="0" h="169" w="167">
                      <a:moveTo>
                        <a:pt x="97" y="1"/>
                      </a:moveTo>
                      <a:cubicBezTo>
                        <a:pt x="23" y="1"/>
                        <a:pt x="1" y="39"/>
                        <a:pt x="1" y="39"/>
                      </a:cubicBezTo>
                      <a:cubicBezTo>
                        <a:pt x="8" y="60"/>
                        <a:pt x="15" y="103"/>
                        <a:pt x="15" y="169"/>
                      </a:cubicBezTo>
                      <a:cubicBezTo>
                        <a:pt x="15" y="169"/>
                        <a:pt x="35" y="103"/>
                        <a:pt x="130" y="103"/>
                      </a:cubicBezTo>
                      <a:cubicBezTo>
                        <a:pt x="134" y="103"/>
                        <a:pt x="139" y="103"/>
                        <a:pt x="144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4" y="3"/>
                        <a:pt x="137" y="3"/>
                        <a:pt x="130" y="3"/>
                      </a:cubicBezTo>
                      <a:cubicBezTo>
                        <a:pt x="118" y="1"/>
                        <a:pt x="10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35"/>
                <p:cNvSpPr/>
                <p:nvPr/>
              </p:nvSpPr>
              <p:spPr>
                <a:xfrm>
                  <a:off x="5792834" y="4301727"/>
                  <a:ext cx="28524" cy="27204"/>
                </a:xfrm>
                <a:custGeom>
                  <a:rect b="b" l="l" r="r" t="t"/>
                  <a:pathLst>
                    <a:path extrusionOk="0" h="103" w="108">
                      <a:moveTo>
                        <a:pt x="1" y="1"/>
                      </a:moveTo>
                      <a:lnTo>
                        <a:pt x="7" y="96"/>
                      </a:lnTo>
                      <a:lnTo>
                        <a:pt x="51" y="96"/>
                      </a:lnTo>
                      <a:cubicBezTo>
                        <a:pt x="58" y="102"/>
                        <a:pt x="73" y="102"/>
                        <a:pt x="80" y="102"/>
                      </a:cubicBezTo>
                      <a:lnTo>
                        <a:pt x="108" y="102"/>
                      </a:lnTo>
                      <a:lnTo>
                        <a:pt x="94" y="9"/>
                      </a:lnTo>
                      <a:cubicBezTo>
                        <a:pt x="64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35"/>
                <p:cNvSpPr/>
                <p:nvPr/>
              </p:nvSpPr>
              <p:spPr>
                <a:xfrm>
                  <a:off x="5841958" y="4307801"/>
                  <a:ext cx="29052" cy="28524"/>
                </a:xfrm>
                <a:custGeom>
                  <a:rect b="b" l="l" r="r" t="t"/>
                  <a:pathLst>
                    <a:path extrusionOk="0" h="108" w="110">
                      <a:moveTo>
                        <a:pt x="1" y="0"/>
                      </a:moveTo>
                      <a:lnTo>
                        <a:pt x="16" y="93"/>
                      </a:lnTo>
                      <a:cubicBezTo>
                        <a:pt x="44" y="93"/>
                        <a:pt x="80" y="100"/>
                        <a:pt x="110" y="107"/>
                      </a:cubicBezTo>
                      <a:lnTo>
                        <a:pt x="103" y="7"/>
                      </a:lnTo>
                      <a:cubicBezTo>
                        <a:pt x="87" y="7"/>
                        <a:pt x="66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35"/>
                <p:cNvSpPr/>
                <p:nvPr/>
              </p:nvSpPr>
              <p:spPr>
                <a:xfrm>
                  <a:off x="5893460" y="4309386"/>
                  <a:ext cx="28524" cy="32750"/>
                </a:xfrm>
                <a:custGeom>
                  <a:rect b="b" l="l" r="r" t="t"/>
                  <a:pathLst>
                    <a:path extrusionOk="0" h="124" w="108">
                      <a:moveTo>
                        <a:pt x="94" y="1"/>
                      </a:moveTo>
                      <a:cubicBezTo>
                        <a:pt x="74" y="1"/>
                        <a:pt x="56" y="4"/>
                        <a:pt x="35" y="4"/>
                      </a:cubicBezTo>
                      <a:cubicBezTo>
                        <a:pt x="24" y="4"/>
                        <a:pt x="13" y="3"/>
                        <a:pt x="1" y="1"/>
                      </a:cubicBezTo>
                      <a:lnTo>
                        <a:pt x="1" y="1"/>
                      </a:lnTo>
                      <a:lnTo>
                        <a:pt x="8" y="110"/>
                      </a:lnTo>
                      <a:lnTo>
                        <a:pt x="15" y="110"/>
                      </a:lnTo>
                      <a:cubicBezTo>
                        <a:pt x="44" y="117"/>
                        <a:pt x="80" y="117"/>
                        <a:pt x="108" y="123"/>
                      </a:cubicBezTo>
                      <a:lnTo>
                        <a:pt x="94" y="8"/>
                      </a:lnTo>
                      <a:lnTo>
                        <a:pt x="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35"/>
                <p:cNvSpPr/>
                <p:nvPr/>
              </p:nvSpPr>
              <p:spPr>
                <a:xfrm>
                  <a:off x="5942848" y="4293803"/>
                  <a:ext cx="70253" cy="63388"/>
                </a:xfrm>
                <a:custGeom>
                  <a:rect b="b" l="l" r="r" t="t"/>
                  <a:pathLst>
                    <a:path extrusionOk="0" h="240" w="266">
                      <a:moveTo>
                        <a:pt x="187" y="0"/>
                      </a:moveTo>
                      <a:cubicBezTo>
                        <a:pt x="181" y="0"/>
                        <a:pt x="177" y="1"/>
                        <a:pt x="173" y="3"/>
                      </a:cubicBezTo>
                      <a:lnTo>
                        <a:pt x="166" y="3"/>
                      </a:lnTo>
                      <a:cubicBezTo>
                        <a:pt x="159" y="3"/>
                        <a:pt x="152" y="3"/>
                        <a:pt x="143" y="10"/>
                      </a:cubicBezTo>
                      <a:lnTo>
                        <a:pt x="130" y="10"/>
                      </a:lnTo>
                      <a:cubicBezTo>
                        <a:pt x="116" y="17"/>
                        <a:pt x="100" y="24"/>
                        <a:pt x="80" y="24"/>
                      </a:cubicBezTo>
                      <a:cubicBezTo>
                        <a:pt x="57" y="31"/>
                        <a:pt x="29" y="46"/>
                        <a:pt x="0" y="46"/>
                      </a:cubicBezTo>
                      <a:lnTo>
                        <a:pt x="14" y="196"/>
                      </a:lnTo>
                      <a:cubicBezTo>
                        <a:pt x="29" y="196"/>
                        <a:pt x="43" y="196"/>
                        <a:pt x="57" y="203"/>
                      </a:cubicBezTo>
                      <a:cubicBezTo>
                        <a:pt x="93" y="203"/>
                        <a:pt x="123" y="212"/>
                        <a:pt x="152" y="226"/>
                      </a:cubicBezTo>
                      <a:cubicBezTo>
                        <a:pt x="166" y="226"/>
                        <a:pt x="180" y="232"/>
                        <a:pt x="186" y="239"/>
                      </a:cubicBezTo>
                      <a:cubicBezTo>
                        <a:pt x="195" y="239"/>
                        <a:pt x="209" y="232"/>
                        <a:pt x="216" y="226"/>
                      </a:cubicBezTo>
                      <a:cubicBezTo>
                        <a:pt x="223" y="219"/>
                        <a:pt x="230" y="212"/>
                        <a:pt x="230" y="203"/>
                      </a:cubicBezTo>
                      <a:cubicBezTo>
                        <a:pt x="238" y="196"/>
                        <a:pt x="238" y="196"/>
                        <a:pt x="238" y="189"/>
                      </a:cubicBezTo>
                      <a:cubicBezTo>
                        <a:pt x="245" y="189"/>
                        <a:pt x="245" y="189"/>
                        <a:pt x="245" y="182"/>
                      </a:cubicBezTo>
                      <a:cubicBezTo>
                        <a:pt x="252" y="182"/>
                        <a:pt x="252" y="176"/>
                        <a:pt x="252" y="176"/>
                      </a:cubicBezTo>
                      <a:lnTo>
                        <a:pt x="252" y="169"/>
                      </a:lnTo>
                      <a:cubicBezTo>
                        <a:pt x="259" y="160"/>
                        <a:pt x="259" y="153"/>
                        <a:pt x="259" y="153"/>
                      </a:cubicBezTo>
                      <a:cubicBezTo>
                        <a:pt x="266" y="146"/>
                        <a:pt x="266" y="146"/>
                        <a:pt x="266" y="139"/>
                      </a:cubicBezTo>
                      <a:lnTo>
                        <a:pt x="266" y="110"/>
                      </a:lnTo>
                      <a:lnTo>
                        <a:pt x="266" y="82"/>
                      </a:lnTo>
                      <a:cubicBezTo>
                        <a:pt x="259" y="67"/>
                        <a:pt x="259" y="60"/>
                        <a:pt x="252" y="53"/>
                      </a:cubicBezTo>
                      <a:cubicBezTo>
                        <a:pt x="252" y="46"/>
                        <a:pt x="245" y="39"/>
                        <a:pt x="245" y="31"/>
                      </a:cubicBezTo>
                      <a:cubicBezTo>
                        <a:pt x="245" y="31"/>
                        <a:pt x="238" y="31"/>
                        <a:pt x="238" y="24"/>
                      </a:cubicBezTo>
                      <a:cubicBezTo>
                        <a:pt x="238" y="24"/>
                        <a:pt x="230" y="24"/>
                        <a:pt x="230" y="17"/>
                      </a:cubicBezTo>
                      <a:cubicBezTo>
                        <a:pt x="230" y="17"/>
                        <a:pt x="223" y="17"/>
                        <a:pt x="223" y="10"/>
                      </a:cubicBezTo>
                      <a:cubicBezTo>
                        <a:pt x="213" y="5"/>
                        <a:pt x="199" y="0"/>
                        <a:pt x="18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5766423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1" y="0"/>
                        <a:pt x="1" y="30"/>
                        <a:pt x="7" y="52"/>
                      </a:cubicBezTo>
                      <a:lnTo>
                        <a:pt x="7" y="73"/>
                      </a:lnTo>
                      <a:lnTo>
                        <a:pt x="14" y="166"/>
                      </a:lnTo>
                      <a:lnTo>
                        <a:pt x="21" y="288"/>
                      </a:lnTo>
                      <a:cubicBezTo>
                        <a:pt x="28" y="311"/>
                        <a:pt x="51" y="332"/>
                        <a:pt x="71" y="332"/>
                      </a:cubicBezTo>
                      <a:cubicBezTo>
                        <a:pt x="101" y="332"/>
                        <a:pt x="121" y="302"/>
                        <a:pt x="114" y="282"/>
                      </a:cubicBezTo>
                      <a:lnTo>
                        <a:pt x="107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1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35"/>
                <p:cNvSpPr/>
                <p:nvPr/>
              </p:nvSpPr>
              <p:spPr>
                <a:xfrm>
                  <a:off x="5817396" y="4282974"/>
                  <a:ext cx="30901" cy="93233"/>
                </a:xfrm>
                <a:custGeom>
                  <a:rect b="b" l="l" r="r" t="t"/>
                  <a:pathLst>
                    <a:path extrusionOk="0" h="353" w="117">
                      <a:moveTo>
                        <a:pt x="44" y="1"/>
                      </a:moveTo>
                      <a:cubicBezTo>
                        <a:pt x="15" y="1"/>
                        <a:pt x="1" y="29"/>
                        <a:pt x="1" y="51"/>
                      </a:cubicBezTo>
                      <a:lnTo>
                        <a:pt x="1" y="80"/>
                      </a:lnTo>
                      <a:lnTo>
                        <a:pt x="15" y="173"/>
                      </a:lnTo>
                      <a:lnTo>
                        <a:pt x="23" y="310"/>
                      </a:lnTo>
                      <a:cubicBezTo>
                        <a:pt x="30" y="330"/>
                        <a:pt x="44" y="353"/>
                        <a:pt x="73" y="353"/>
                      </a:cubicBezTo>
                      <a:cubicBezTo>
                        <a:pt x="101" y="353"/>
                        <a:pt x="116" y="324"/>
                        <a:pt x="116" y="303"/>
                      </a:cubicBezTo>
                      <a:lnTo>
                        <a:pt x="109" y="187"/>
                      </a:lnTo>
                      <a:lnTo>
                        <a:pt x="94" y="94"/>
                      </a:lnTo>
                      <a:lnTo>
                        <a:pt x="94" y="44"/>
                      </a:lnTo>
                      <a:cubicBezTo>
                        <a:pt x="87" y="22"/>
                        <a:pt x="73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35"/>
                <p:cNvSpPr/>
                <p:nvPr/>
              </p:nvSpPr>
              <p:spPr>
                <a:xfrm>
                  <a:off x="5866785" y="4286672"/>
                  <a:ext cx="32485" cy="99307"/>
                </a:xfrm>
                <a:custGeom>
                  <a:rect b="b" l="l" r="r" t="t"/>
                  <a:pathLst>
                    <a:path extrusionOk="0" h="376" w="123">
                      <a:moveTo>
                        <a:pt x="43" y="1"/>
                      </a:moveTo>
                      <a:cubicBezTo>
                        <a:pt x="22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16" y="187"/>
                      </a:lnTo>
                      <a:lnTo>
                        <a:pt x="29" y="303"/>
                      </a:lnTo>
                      <a:lnTo>
                        <a:pt x="29" y="332"/>
                      </a:lnTo>
                      <a:cubicBezTo>
                        <a:pt x="36" y="353"/>
                        <a:pt x="52" y="375"/>
                        <a:pt x="79" y="375"/>
                      </a:cubicBezTo>
                      <a:cubicBezTo>
                        <a:pt x="109" y="368"/>
                        <a:pt x="123" y="346"/>
                        <a:pt x="123" y="325"/>
                      </a:cubicBezTo>
                      <a:lnTo>
                        <a:pt x="109" y="203"/>
                      </a:lnTo>
                      <a:lnTo>
                        <a:pt x="109" y="196"/>
                      </a:lnTo>
                      <a:lnTo>
                        <a:pt x="102" y="87"/>
                      </a:lnTo>
                      <a:lnTo>
                        <a:pt x="95" y="44"/>
                      </a:lnTo>
                      <a:cubicBezTo>
                        <a:pt x="95" y="23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35"/>
                <p:cNvSpPr/>
                <p:nvPr/>
              </p:nvSpPr>
              <p:spPr>
                <a:xfrm>
                  <a:off x="5916437" y="4290370"/>
                  <a:ext cx="34334" cy="105118"/>
                </a:xfrm>
                <a:custGeom>
                  <a:rect b="b" l="l" r="r" t="t"/>
                  <a:pathLst>
                    <a:path extrusionOk="0" h="398" w="130">
                      <a:moveTo>
                        <a:pt x="50" y="1"/>
                      </a:moveTo>
                      <a:cubicBezTo>
                        <a:pt x="21" y="9"/>
                        <a:pt x="0" y="30"/>
                        <a:pt x="7" y="52"/>
                      </a:cubicBezTo>
                      <a:lnTo>
                        <a:pt x="7" y="73"/>
                      </a:lnTo>
                      <a:lnTo>
                        <a:pt x="14" y="73"/>
                      </a:lnTo>
                      <a:lnTo>
                        <a:pt x="7" y="80"/>
                      </a:lnTo>
                      <a:lnTo>
                        <a:pt x="21" y="195"/>
                      </a:lnTo>
                      <a:lnTo>
                        <a:pt x="36" y="354"/>
                      </a:lnTo>
                      <a:cubicBezTo>
                        <a:pt x="43" y="375"/>
                        <a:pt x="57" y="397"/>
                        <a:pt x="86" y="397"/>
                      </a:cubicBezTo>
                      <a:cubicBezTo>
                        <a:pt x="114" y="389"/>
                        <a:pt x="129" y="368"/>
                        <a:pt x="129" y="346"/>
                      </a:cubicBezTo>
                      <a:lnTo>
                        <a:pt x="114" y="209"/>
                      </a:lnTo>
                      <a:lnTo>
                        <a:pt x="100" y="59"/>
                      </a:lnTo>
                      <a:lnTo>
                        <a:pt x="100" y="44"/>
                      </a:lnTo>
                      <a:cubicBezTo>
                        <a:pt x="93" y="30"/>
                        <a:pt x="86" y="16"/>
                        <a:pt x="64" y="9"/>
                      </a:cubicBezTo>
                      <a:cubicBezTo>
                        <a:pt x="64" y="9"/>
                        <a:pt x="57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35"/>
                <p:cNvSpPr/>
                <p:nvPr/>
              </p:nvSpPr>
              <p:spPr>
                <a:xfrm>
                  <a:off x="6620815" y="3572766"/>
                  <a:ext cx="47539" cy="199935"/>
                </a:xfrm>
                <a:custGeom>
                  <a:rect b="b" l="l" r="r" t="t"/>
                  <a:pathLst>
                    <a:path extrusionOk="0" fill="none" h="757" w="180">
                      <a:moveTo>
                        <a:pt x="107" y="756"/>
                      </a:moveTo>
                      <a:cubicBezTo>
                        <a:pt x="107" y="756"/>
                        <a:pt x="180" y="332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35"/>
                <p:cNvSpPr/>
                <p:nvPr/>
              </p:nvSpPr>
              <p:spPr>
                <a:xfrm>
                  <a:off x="6140137" y="4064814"/>
                  <a:ext cx="209173" cy="168769"/>
                </a:xfrm>
                <a:custGeom>
                  <a:rect b="b" l="l" r="r" t="t"/>
                  <a:pathLst>
                    <a:path extrusionOk="0" fill="none" h="639" w="792">
                      <a:moveTo>
                        <a:pt x="792" y="639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35"/>
                <p:cNvSpPr/>
                <p:nvPr/>
              </p:nvSpPr>
              <p:spPr>
                <a:xfrm>
                  <a:off x="6140137" y="4064814"/>
                  <a:ext cx="264" cy="264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35"/>
                <p:cNvSpPr/>
                <p:nvPr/>
              </p:nvSpPr>
              <p:spPr>
                <a:xfrm>
                  <a:off x="7085381" y="2066775"/>
                  <a:ext cx="744783" cy="756689"/>
                </a:xfrm>
                <a:custGeom>
                  <a:rect b="b" l="l" r="r" t="t"/>
                  <a:pathLst>
                    <a:path extrusionOk="0" h="2865" w="2820">
                      <a:moveTo>
                        <a:pt x="1412" y="1"/>
                      </a:moveTo>
                      <a:cubicBezTo>
                        <a:pt x="1175" y="1"/>
                        <a:pt x="962" y="65"/>
                        <a:pt x="843" y="139"/>
                      </a:cubicBezTo>
                      <a:cubicBezTo>
                        <a:pt x="418" y="391"/>
                        <a:pt x="1" y="1017"/>
                        <a:pt x="634" y="1190"/>
                      </a:cubicBezTo>
                      <a:lnTo>
                        <a:pt x="634" y="1088"/>
                      </a:lnTo>
                      <a:cubicBezTo>
                        <a:pt x="634" y="858"/>
                        <a:pt x="670" y="636"/>
                        <a:pt x="820" y="456"/>
                      </a:cubicBezTo>
                      <a:cubicBezTo>
                        <a:pt x="856" y="563"/>
                        <a:pt x="922" y="679"/>
                        <a:pt x="1008" y="786"/>
                      </a:cubicBezTo>
                      <a:cubicBezTo>
                        <a:pt x="1079" y="872"/>
                        <a:pt x="1158" y="952"/>
                        <a:pt x="1267" y="1024"/>
                      </a:cubicBezTo>
                      <a:cubicBezTo>
                        <a:pt x="1274" y="1031"/>
                        <a:pt x="1281" y="1038"/>
                        <a:pt x="1295" y="1045"/>
                      </a:cubicBezTo>
                      <a:lnTo>
                        <a:pt x="1310" y="1060"/>
                      </a:lnTo>
                      <a:cubicBezTo>
                        <a:pt x="1569" y="1226"/>
                        <a:pt x="1798" y="1297"/>
                        <a:pt x="1950" y="1326"/>
                      </a:cubicBezTo>
                      <a:cubicBezTo>
                        <a:pt x="1983" y="1285"/>
                        <a:pt x="2058" y="1210"/>
                        <a:pt x="2153" y="1210"/>
                      </a:cubicBezTo>
                      <a:cubicBezTo>
                        <a:pt x="2157" y="1210"/>
                        <a:pt x="2162" y="1210"/>
                        <a:pt x="2166" y="1210"/>
                      </a:cubicBezTo>
                      <a:cubicBezTo>
                        <a:pt x="2209" y="1217"/>
                        <a:pt x="2236" y="1247"/>
                        <a:pt x="2252" y="1283"/>
                      </a:cubicBezTo>
                      <a:cubicBezTo>
                        <a:pt x="2252" y="1297"/>
                        <a:pt x="2259" y="1319"/>
                        <a:pt x="2252" y="1340"/>
                      </a:cubicBezTo>
                      <a:cubicBezTo>
                        <a:pt x="2252" y="1419"/>
                        <a:pt x="2216" y="1512"/>
                        <a:pt x="2166" y="1578"/>
                      </a:cubicBezTo>
                      <a:cubicBezTo>
                        <a:pt x="2080" y="1685"/>
                        <a:pt x="1941" y="1728"/>
                        <a:pt x="1871" y="1728"/>
                      </a:cubicBezTo>
                      <a:cubicBezTo>
                        <a:pt x="1864" y="1837"/>
                        <a:pt x="1855" y="1980"/>
                        <a:pt x="1864" y="2088"/>
                      </a:cubicBezTo>
                      <a:cubicBezTo>
                        <a:pt x="1871" y="2268"/>
                        <a:pt x="2028" y="2418"/>
                        <a:pt x="2028" y="2418"/>
                      </a:cubicBezTo>
                      <a:cubicBezTo>
                        <a:pt x="2028" y="2418"/>
                        <a:pt x="2388" y="2597"/>
                        <a:pt x="2502" y="2699"/>
                      </a:cubicBezTo>
                      <a:cubicBezTo>
                        <a:pt x="2568" y="2756"/>
                        <a:pt x="2611" y="2806"/>
                        <a:pt x="2647" y="2865"/>
                      </a:cubicBezTo>
                      <a:cubicBezTo>
                        <a:pt x="2820" y="2590"/>
                        <a:pt x="2668" y="2252"/>
                        <a:pt x="2518" y="2016"/>
                      </a:cubicBezTo>
                      <a:cubicBezTo>
                        <a:pt x="2359" y="1764"/>
                        <a:pt x="2388" y="1605"/>
                        <a:pt x="2452" y="1117"/>
                      </a:cubicBezTo>
                      <a:cubicBezTo>
                        <a:pt x="2459" y="1103"/>
                        <a:pt x="2459" y="1081"/>
                        <a:pt x="2459" y="1060"/>
                      </a:cubicBezTo>
                      <a:cubicBezTo>
                        <a:pt x="2495" y="772"/>
                        <a:pt x="2395" y="370"/>
                        <a:pt x="1957" y="132"/>
                      </a:cubicBezTo>
                      <a:cubicBezTo>
                        <a:pt x="1781" y="37"/>
                        <a:pt x="1590" y="1"/>
                        <a:pt x="14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35"/>
                <p:cNvSpPr/>
                <p:nvPr/>
              </p:nvSpPr>
              <p:spPr>
                <a:xfrm>
                  <a:off x="7244903" y="2187212"/>
                  <a:ext cx="437098" cy="442657"/>
                </a:xfrm>
                <a:custGeom>
                  <a:rect b="b" l="l" r="r" t="t"/>
                  <a:pathLst>
                    <a:path extrusionOk="0" h="1676" w="1655">
                      <a:moveTo>
                        <a:pt x="123" y="740"/>
                      </a:moveTo>
                      <a:cubicBezTo>
                        <a:pt x="139" y="740"/>
                        <a:pt x="145" y="747"/>
                        <a:pt x="152" y="754"/>
                      </a:cubicBezTo>
                      <a:cubicBezTo>
                        <a:pt x="166" y="770"/>
                        <a:pt x="173" y="791"/>
                        <a:pt x="173" y="820"/>
                      </a:cubicBezTo>
                      <a:cubicBezTo>
                        <a:pt x="173" y="856"/>
                        <a:pt x="152" y="891"/>
                        <a:pt x="123" y="891"/>
                      </a:cubicBezTo>
                      <a:cubicBezTo>
                        <a:pt x="95" y="891"/>
                        <a:pt x="73" y="856"/>
                        <a:pt x="73" y="820"/>
                      </a:cubicBezTo>
                      <a:cubicBezTo>
                        <a:pt x="73" y="784"/>
                        <a:pt x="87" y="754"/>
                        <a:pt x="102" y="747"/>
                      </a:cubicBezTo>
                      <a:cubicBezTo>
                        <a:pt x="109" y="747"/>
                        <a:pt x="116" y="740"/>
                        <a:pt x="123" y="740"/>
                      </a:cubicBezTo>
                      <a:close/>
                      <a:moveTo>
                        <a:pt x="656" y="734"/>
                      </a:moveTo>
                      <a:cubicBezTo>
                        <a:pt x="691" y="734"/>
                        <a:pt x="720" y="770"/>
                        <a:pt x="720" y="820"/>
                      </a:cubicBezTo>
                      <a:cubicBezTo>
                        <a:pt x="720" y="863"/>
                        <a:pt x="691" y="899"/>
                        <a:pt x="656" y="899"/>
                      </a:cubicBezTo>
                      <a:cubicBezTo>
                        <a:pt x="620" y="899"/>
                        <a:pt x="591" y="863"/>
                        <a:pt x="591" y="820"/>
                      </a:cubicBezTo>
                      <a:cubicBezTo>
                        <a:pt x="591" y="770"/>
                        <a:pt x="620" y="734"/>
                        <a:pt x="656" y="734"/>
                      </a:cubicBezTo>
                      <a:close/>
                      <a:moveTo>
                        <a:pt x="216" y="0"/>
                      </a:moveTo>
                      <a:cubicBezTo>
                        <a:pt x="66" y="180"/>
                        <a:pt x="30" y="402"/>
                        <a:pt x="30" y="632"/>
                      </a:cubicBezTo>
                      <a:lnTo>
                        <a:pt x="30" y="734"/>
                      </a:lnTo>
                      <a:cubicBezTo>
                        <a:pt x="30" y="934"/>
                        <a:pt x="30" y="963"/>
                        <a:pt x="16" y="1092"/>
                      </a:cubicBezTo>
                      <a:cubicBezTo>
                        <a:pt x="1" y="1208"/>
                        <a:pt x="73" y="1437"/>
                        <a:pt x="182" y="1567"/>
                      </a:cubicBezTo>
                      <a:lnTo>
                        <a:pt x="268" y="1567"/>
                      </a:lnTo>
                      <a:cubicBezTo>
                        <a:pt x="318" y="1567"/>
                        <a:pt x="368" y="1581"/>
                        <a:pt x="404" y="1617"/>
                      </a:cubicBezTo>
                      <a:cubicBezTo>
                        <a:pt x="418" y="1639"/>
                        <a:pt x="447" y="1653"/>
                        <a:pt x="468" y="1675"/>
                      </a:cubicBezTo>
                      <a:lnTo>
                        <a:pt x="534" y="1675"/>
                      </a:lnTo>
                      <a:cubicBezTo>
                        <a:pt x="540" y="1667"/>
                        <a:pt x="540" y="1667"/>
                        <a:pt x="547" y="1667"/>
                      </a:cubicBezTo>
                      <a:cubicBezTo>
                        <a:pt x="785" y="1639"/>
                        <a:pt x="1087" y="1517"/>
                        <a:pt x="1237" y="1272"/>
                      </a:cubicBezTo>
                      <a:lnTo>
                        <a:pt x="1267" y="1272"/>
                      </a:lnTo>
                      <a:cubicBezTo>
                        <a:pt x="1337" y="1272"/>
                        <a:pt x="1476" y="1229"/>
                        <a:pt x="1562" y="1122"/>
                      </a:cubicBezTo>
                      <a:cubicBezTo>
                        <a:pt x="1612" y="1056"/>
                        <a:pt x="1648" y="963"/>
                        <a:pt x="1648" y="884"/>
                      </a:cubicBezTo>
                      <a:cubicBezTo>
                        <a:pt x="1655" y="863"/>
                        <a:pt x="1648" y="841"/>
                        <a:pt x="1648" y="827"/>
                      </a:cubicBezTo>
                      <a:cubicBezTo>
                        <a:pt x="1632" y="791"/>
                        <a:pt x="1605" y="761"/>
                        <a:pt x="1562" y="754"/>
                      </a:cubicBezTo>
                      <a:cubicBezTo>
                        <a:pt x="1558" y="754"/>
                        <a:pt x="1553" y="754"/>
                        <a:pt x="1549" y="754"/>
                      </a:cubicBezTo>
                      <a:cubicBezTo>
                        <a:pt x="1454" y="754"/>
                        <a:pt x="1379" y="829"/>
                        <a:pt x="1346" y="870"/>
                      </a:cubicBezTo>
                      <a:cubicBezTo>
                        <a:pt x="1194" y="841"/>
                        <a:pt x="965" y="770"/>
                        <a:pt x="706" y="604"/>
                      </a:cubicBezTo>
                      <a:lnTo>
                        <a:pt x="691" y="589"/>
                      </a:lnTo>
                      <a:cubicBezTo>
                        <a:pt x="677" y="582"/>
                        <a:pt x="670" y="575"/>
                        <a:pt x="663" y="568"/>
                      </a:cubicBezTo>
                      <a:cubicBezTo>
                        <a:pt x="554" y="496"/>
                        <a:pt x="475" y="416"/>
                        <a:pt x="404" y="330"/>
                      </a:cubicBezTo>
                      <a:cubicBezTo>
                        <a:pt x="318" y="223"/>
                        <a:pt x="252" y="107"/>
                        <a:pt x="216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35"/>
                <p:cNvSpPr/>
                <p:nvPr/>
              </p:nvSpPr>
              <p:spPr>
                <a:xfrm>
                  <a:off x="7400727" y="2380809"/>
                  <a:ext cx="34334" cy="44107"/>
                </a:xfrm>
                <a:custGeom>
                  <a:rect b="b" l="l" r="r" t="t"/>
                  <a:pathLst>
                    <a:path extrusionOk="0" h="167" w="130">
                      <a:moveTo>
                        <a:pt x="66" y="1"/>
                      </a:moveTo>
                      <a:cubicBezTo>
                        <a:pt x="30" y="1"/>
                        <a:pt x="1" y="37"/>
                        <a:pt x="1" y="87"/>
                      </a:cubicBezTo>
                      <a:cubicBezTo>
                        <a:pt x="1" y="130"/>
                        <a:pt x="30" y="166"/>
                        <a:pt x="66" y="166"/>
                      </a:cubicBezTo>
                      <a:cubicBezTo>
                        <a:pt x="101" y="166"/>
                        <a:pt x="130" y="130"/>
                        <a:pt x="130" y="87"/>
                      </a:cubicBezTo>
                      <a:cubicBezTo>
                        <a:pt x="130" y="37"/>
                        <a:pt x="101" y="1"/>
                        <a:pt x="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35"/>
                <p:cNvSpPr/>
                <p:nvPr/>
              </p:nvSpPr>
              <p:spPr>
                <a:xfrm>
                  <a:off x="7263919" y="2384507"/>
                  <a:ext cx="26939" cy="38033"/>
                </a:xfrm>
                <a:custGeom>
                  <a:rect b="b" l="l" r="r" t="t"/>
                  <a:pathLst>
                    <a:path extrusionOk="0" h="144" w="102">
                      <a:moveTo>
                        <a:pt x="30" y="0"/>
                      </a:moveTo>
                      <a:cubicBezTo>
                        <a:pt x="15" y="7"/>
                        <a:pt x="1" y="37"/>
                        <a:pt x="1" y="73"/>
                      </a:cubicBezTo>
                      <a:cubicBezTo>
                        <a:pt x="1" y="109"/>
                        <a:pt x="23" y="144"/>
                        <a:pt x="51" y="144"/>
                      </a:cubicBezTo>
                      <a:cubicBezTo>
                        <a:pt x="80" y="144"/>
                        <a:pt x="101" y="109"/>
                        <a:pt x="101" y="73"/>
                      </a:cubicBezTo>
                      <a:cubicBezTo>
                        <a:pt x="101" y="44"/>
                        <a:pt x="94" y="23"/>
                        <a:pt x="80" y="7"/>
                      </a:cubicBezTo>
                      <a:cubicBezTo>
                        <a:pt x="67" y="7"/>
                        <a:pt x="51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35"/>
                <p:cNvSpPr/>
                <p:nvPr/>
              </p:nvSpPr>
              <p:spPr>
                <a:xfrm>
                  <a:off x="7305912" y="2466119"/>
                  <a:ext cx="11621" cy="26940"/>
                </a:xfrm>
                <a:custGeom>
                  <a:rect b="b" l="l" r="r" t="t"/>
                  <a:pathLst>
                    <a:path extrusionOk="0" fill="none" h="102" w="44">
                      <a:moveTo>
                        <a:pt x="44" y="102"/>
                      </a:moveTo>
                      <a:cubicBezTo>
                        <a:pt x="44" y="102"/>
                        <a:pt x="1" y="73"/>
                        <a:pt x="21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35"/>
                <p:cNvSpPr/>
                <p:nvPr/>
              </p:nvSpPr>
              <p:spPr>
                <a:xfrm>
                  <a:off x="7313307" y="2536110"/>
                  <a:ext cx="72630" cy="21393"/>
                </a:xfrm>
                <a:custGeom>
                  <a:rect b="b" l="l" r="r" t="t"/>
                  <a:pathLst>
                    <a:path extrusionOk="0" fill="none" h="81" w="275">
                      <a:moveTo>
                        <a:pt x="0" y="37"/>
                      </a:moveTo>
                      <a:cubicBezTo>
                        <a:pt x="0" y="37"/>
                        <a:pt x="138" y="80"/>
                        <a:pt x="275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35"/>
                <p:cNvSpPr/>
                <p:nvPr/>
              </p:nvSpPr>
              <p:spPr>
                <a:xfrm>
                  <a:off x="7427138" y="2342512"/>
                  <a:ext cx="22977" cy="4490"/>
                </a:xfrm>
                <a:custGeom>
                  <a:rect b="b" l="l" r="r" t="t"/>
                  <a:pathLst>
                    <a:path extrusionOk="0" fill="none" h="17" w="87">
                      <a:moveTo>
                        <a:pt x="87" y="16"/>
                      </a:moveTo>
                      <a:cubicBezTo>
                        <a:pt x="59" y="9"/>
                        <a:pt x="30" y="9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35"/>
                <p:cNvSpPr/>
                <p:nvPr/>
              </p:nvSpPr>
              <p:spPr>
                <a:xfrm>
                  <a:off x="7389370" y="2340664"/>
                  <a:ext cx="38031" cy="6339"/>
                </a:xfrm>
                <a:custGeom>
                  <a:rect b="b" l="l" r="r" t="t"/>
                  <a:pathLst>
                    <a:path extrusionOk="0" fill="none" h="24" w="144">
                      <a:moveTo>
                        <a:pt x="0" y="23"/>
                      </a:moveTo>
                      <a:cubicBezTo>
                        <a:pt x="0" y="23"/>
                        <a:pt x="44" y="1"/>
                        <a:pt x="144" y="8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5"/>
                <p:cNvSpPr/>
                <p:nvPr/>
              </p:nvSpPr>
              <p:spPr>
                <a:xfrm>
                  <a:off x="7265768" y="2336966"/>
                  <a:ext cx="25090" cy="5811"/>
                </a:xfrm>
                <a:custGeom>
                  <a:rect b="b" l="l" r="r" t="t"/>
                  <a:pathLst>
                    <a:path extrusionOk="0" fill="none" h="22" w="95">
                      <a:moveTo>
                        <a:pt x="94" y="22"/>
                      </a:moveTo>
                      <a:cubicBezTo>
                        <a:pt x="94" y="22"/>
                        <a:pt x="6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p35"/>
                <p:cNvSpPr/>
                <p:nvPr/>
              </p:nvSpPr>
              <p:spPr>
                <a:xfrm>
                  <a:off x="7336020" y="2522904"/>
                  <a:ext cx="284972" cy="265436"/>
                </a:xfrm>
                <a:custGeom>
                  <a:rect b="b" l="l" r="r" t="t"/>
                  <a:pathLst>
                    <a:path extrusionOk="0" h="1005" w="1079">
                      <a:moveTo>
                        <a:pt x="892" y="1"/>
                      </a:moveTo>
                      <a:cubicBezTo>
                        <a:pt x="742" y="246"/>
                        <a:pt x="440" y="368"/>
                        <a:pt x="202" y="396"/>
                      </a:cubicBezTo>
                      <a:cubicBezTo>
                        <a:pt x="195" y="396"/>
                        <a:pt x="195" y="396"/>
                        <a:pt x="189" y="404"/>
                      </a:cubicBezTo>
                      <a:lnTo>
                        <a:pt x="123" y="404"/>
                      </a:lnTo>
                      <a:cubicBezTo>
                        <a:pt x="145" y="425"/>
                        <a:pt x="166" y="439"/>
                        <a:pt x="182" y="448"/>
                      </a:cubicBezTo>
                      <a:cubicBezTo>
                        <a:pt x="182" y="455"/>
                        <a:pt x="189" y="455"/>
                        <a:pt x="189" y="455"/>
                      </a:cubicBezTo>
                      <a:cubicBezTo>
                        <a:pt x="195" y="461"/>
                        <a:pt x="209" y="468"/>
                        <a:pt x="209" y="475"/>
                      </a:cubicBezTo>
                      <a:cubicBezTo>
                        <a:pt x="232" y="491"/>
                        <a:pt x="275" y="511"/>
                        <a:pt x="268" y="525"/>
                      </a:cubicBezTo>
                      <a:cubicBezTo>
                        <a:pt x="259" y="541"/>
                        <a:pt x="232" y="568"/>
                        <a:pt x="189" y="568"/>
                      </a:cubicBezTo>
                      <a:cubicBezTo>
                        <a:pt x="166" y="568"/>
                        <a:pt x="145" y="568"/>
                        <a:pt x="123" y="555"/>
                      </a:cubicBezTo>
                      <a:cubicBezTo>
                        <a:pt x="95" y="598"/>
                        <a:pt x="73" y="627"/>
                        <a:pt x="52" y="648"/>
                      </a:cubicBezTo>
                      <a:cubicBezTo>
                        <a:pt x="44" y="655"/>
                        <a:pt x="37" y="663"/>
                        <a:pt x="30" y="670"/>
                      </a:cubicBezTo>
                      <a:cubicBezTo>
                        <a:pt x="1" y="713"/>
                        <a:pt x="16" y="893"/>
                        <a:pt x="189" y="965"/>
                      </a:cubicBezTo>
                      <a:cubicBezTo>
                        <a:pt x="209" y="972"/>
                        <a:pt x="239" y="986"/>
                        <a:pt x="268" y="986"/>
                      </a:cubicBezTo>
                      <a:cubicBezTo>
                        <a:pt x="334" y="999"/>
                        <a:pt x="397" y="1004"/>
                        <a:pt x="454" y="1004"/>
                      </a:cubicBezTo>
                      <a:cubicBezTo>
                        <a:pt x="884" y="1004"/>
                        <a:pt x="1079" y="691"/>
                        <a:pt x="1079" y="691"/>
                      </a:cubicBezTo>
                      <a:cubicBezTo>
                        <a:pt x="1079" y="691"/>
                        <a:pt x="922" y="541"/>
                        <a:pt x="915" y="361"/>
                      </a:cubicBezTo>
                      <a:cubicBezTo>
                        <a:pt x="906" y="253"/>
                        <a:pt x="915" y="110"/>
                        <a:pt x="922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35"/>
                <p:cNvSpPr/>
                <p:nvPr/>
              </p:nvSpPr>
              <p:spPr>
                <a:xfrm>
                  <a:off x="6901298" y="2600818"/>
                  <a:ext cx="507351" cy="571809"/>
                </a:xfrm>
                <a:custGeom>
                  <a:rect b="b" l="l" r="r" t="t"/>
                  <a:pathLst>
                    <a:path extrusionOk="0" h="2165" w="1921">
                      <a:moveTo>
                        <a:pt x="1317" y="1"/>
                      </a:moveTo>
                      <a:cubicBezTo>
                        <a:pt x="1274" y="1"/>
                        <a:pt x="886" y="303"/>
                        <a:pt x="850" y="353"/>
                      </a:cubicBezTo>
                      <a:cubicBezTo>
                        <a:pt x="806" y="396"/>
                        <a:pt x="44" y="1590"/>
                        <a:pt x="23" y="1719"/>
                      </a:cubicBezTo>
                      <a:cubicBezTo>
                        <a:pt x="1" y="1855"/>
                        <a:pt x="23" y="2150"/>
                        <a:pt x="196" y="2164"/>
                      </a:cubicBezTo>
                      <a:lnTo>
                        <a:pt x="216" y="2164"/>
                      </a:lnTo>
                      <a:cubicBezTo>
                        <a:pt x="220" y="2164"/>
                        <a:pt x="224" y="2164"/>
                        <a:pt x="229" y="2164"/>
                      </a:cubicBezTo>
                      <a:cubicBezTo>
                        <a:pt x="401" y="2164"/>
                        <a:pt x="649" y="2023"/>
                        <a:pt x="706" y="1842"/>
                      </a:cubicBezTo>
                      <a:cubicBezTo>
                        <a:pt x="713" y="1812"/>
                        <a:pt x="727" y="1769"/>
                        <a:pt x="741" y="1719"/>
                      </a:cubicBezTo>
                      <a:lnTo>
                        <a:pt x="741" y="1712"/>
                      </a:lnTo>
                      <a:cubicBezTo>
                        <a:pt x="756" y="1662"/>
                        <a:pt x="777" y="1590"/>
                        <a:pt x="800" y="1517"/>
                      </a:cubicBezTo>
                      <a:cubicBezTo>
                        <a:pt x="856" y="1324"/>
                        <a:pt x="922" y="1086"/>
                        <a:pt x="972" y="920"/>
                      </a:cubicBezTo>
                      <a:cubicBezTo>
                        <a:pt x="1008" y="800"/>
                        <a:pt x="1036" y="713"/>
                        <a:pt x="1036" y="713"/>
                      </a:cubicBezTo>
                      <a:cubicBezTo>
                        <a:pt x="1036" y="713"/>
                        <a:pt x="1079" y="720"/>
                        <a:pt x="1115" y="734"/>
                      </a:cubicBezTo>
                      <a:cubicBezTo>
                        <a:pt x="1151" y="741"/>
                        <a:pt x="1188" y="748"/>
                        <a:pt x="1195" y="756"/>
                      </a:cubicBezTo>
                      <a:cubicBezTo>
                        <a:pt x="1207" y="760"/>
                        <a:pt x="1243" y="764"/>
                        <a:pt x="1277" y="764"/>
                      </a:cubicBezTo>
                      <a:cubicBezTo>
                        <a:pt x="1302" y="764"/>
                        <a:pt x="1326" y="762"/>
                        <a:pt x="1338" y="756"/>
                      </a:cubicBezTo>
                      <a:cubicBezTo>
                        <a:pt x="1367" y="741"/>
                        <a:pt x="1533" y="555"/>
                        <a:pt x="1533" y="525"/>
                      </a:cubicBezTo>
                      <a:lnTo>
                        <a:pt x="1533" y="461"/>
                      </a:lnTo>
                      <a:lnTo>
                        <a:pt x="1533" y="180"/>
                      </a:lnTo>
                      <a:cubicBezTo>
                        <a:pt x="1533" y="180"/>
                        <a:pt x="1603" y="180"/>
                        <a:pt x="1626" y="196"/>
                      </a:cubicBezTo>
                      <a:cubicBezTo>
                        <a:pt x="1655" y="203"/>
                        <a:pt x="1690" y="230"/>
                        <a:pt x="1769" y="260"/>
                      </a:cubicBezTo>
                      <a:cubicBezTo>
                        <a:pt x="1791" y="273"/>
                        <a:pt x="1812" y="273"/>
                        <a:pt x="1835" y="273"/>
                      </a:cubicBezTo>
                      <a:cubicBezTo>
                        <a:pt x="1878" y="273"/>
                        <a:pt x="1905" y="246"/>
                        <a:pt x="1914" y="230"/>
                      </a:cubicBezTo>
                      <a:cubicBezTo>
                        <a:pt x="1921" y="216"/>
                        <a:pt x="1878" y="196"/>
                        <a:pt x="1855" y="180"/>
                      </a:cubicBezTo>
                      <a:cubicBezTo>
                        <a:pt x="1855" y="173"/>
                        <a:pt x="1841" y="166"/>
                        <a:pt x="1835" y="160"/>
                      </a:cubicBezTo>
                      <a:cubicBezTo>
                        <a:pt x="1835" y="160"/>
                        <a:pt x="1828" y="160"/>
                        <a:pt x="1828" y="153"/>
                      </a:cubicBezTo>
                      <a:cubicBezTo>
                        <a:pt x="1812" y="144"/>
                        <a:pt x="1791" y="130"/>
                        <a:pt x="1769" y="109"/>
                      </a:cubicBezTo>
                      <a:cubicBezTo>
                        <a:pt x="1748" y="87"/>
                        <a:pt x="1719" y="73"/>
                        <a:pt x="1705" y="51"/>
                      </a:cubicBezTo>
                      <a:cubicBezTo>
                        <a:pt x="1669" y="15"/>
                        <a:pt x="1619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35"/>
                <p:cNvSpPr/>
                <p:nvPr/>
              </p:nvSpPr>
              <p:spPr>
                <a:xfrm>
                  <a:off x="6876755" y="3138036"/>
                  <a:ext cx="892419" cy="341746"/>
                </a:xfrm>
                <a:custGeom>
                  <a:rect b="b" l="l" r="r" t="t"/>
                  <a:pathLst>
                    <a:path extrusionOk="0" h="1321" w="3379">
                      <a:moveTo>
                        <a:pt x="2631" y="0"/>
                      </a:moveTo>
                      <a:lnTo>
                        <a:pt x="2618" y="143"/>
                      </a:lnTo>
                      <a:lnTo>
                        <a:pt x="2538" y="654"/>
                      </a:lnTo>
                      <a:lnTo>
                        <a:pt x="1058" y="926"/>
                      </a:lnTo>
                      <a:cubicBezTo>
                        <a:pt x="1058" y="926"/>
                        <a:pt x="777" y="581"/>
                        <a:pt x="756" y="561"/>
                      </a:cubicBezTo>
                      <a:cubicBezTo>
                        <a:pt x="748" y="552"/>
                        <a:pt x="734" y="552"/>
                        <a:pt x="704" y="545"/>
                      </a:cubicBezTo>
                      <a:cubicBezTo>
                        <a:pt x="627" y="525"/>
                        <a:pt x="489" y="502"/>
                        <a:pt x="461" y="502"/>
                      </a:cubicBezTo>
                      <a:cubicBezTo>
                        <a:pt x="432" y="502"/>
                        <a:pt x="180" y="625"/>
                        <a:pt x="137" y="654"/>
                      </a:cubicBezTo>
                      <a:cubicBezTo>
                        <a:pt x="101" y="682"/>
                        <a:pt x="30" y="906"/>
                        <a:pt x="23" y="926"/>
                      </a:cubicBezTo>
                      <a:cubicBezTo>
                        <a:pt x="8" y="949"/>
                        <a:pt x="1" y="999"/>
                        <a:pt x="51" y="999"/>
                      </a:cubicBezTo>
                      <a:lnTo>
                        <a:pt x="346" y="999"/>
                      </a:lnTo>
                      <a:cubicBezTo>
                        <a:pt x="346" y="999"/>
                        <a:pt x="353" y="999"/>
                        <a:pt x="353" y="1006"/>
                      </a:cubicBezTo>
                      <a:cubicBezTo>
                        <a:pt x="375" y="1006"/>
                        <a:pt x="446" y="1056"/>
                        <a:pt x="518" y="1113"/>
                      </a:cubicBezTo>
                      <a:cubicBezTo>
                        <a:pt x="541" y="1128"/>
                        <a:pt x="561" y="1142"/>
                        <a:pt x="575" y="1156"/>
                      </a:cubicBezTo>
                      <a:cubicBezTo>
                        <a:pt x="634" y="1199"/>
                        <a:pt x="684" y="1235"/>
                        <a:pt x="704" y="1258"/>
                      </a:cubicBezTo>
                      <a:cubicBezTo>
                        <a:pt x="742" y="1284"/>
                        <a:pt x="785" y="1321"/>
                        <a:pt x="903" y="1321"/>
                      </a:cubicBezTo>
                      <a:cubicBezTo>
                        <a:pt x="949" y="1321"/>
                        <a:pt x="1006" y="1315"/>
                        <a:pt x="1079" y="1301"/>
                      </a:cubicBezTo>
                      <a:cubicBezTo>
                        <a:pt x="1086" y="1301"/>
                        <a:pt x="1086" y="1301"/>
                        <a:pt x="1093" y="1294"/>
                      </a:cubicBezTo>
                      <a:cubicBezTo>
                        <a:pt x="1188" y="1301"/>
                        <a:pt x="1431" y="1301"/>
                        <a:pt x="1712" y="1301"/>
                      </a:cubicBezTo>
                      <a:lnTo>
                        <a:pt x="2107" y="1301"/>
                      </a:lnTo>
                      <a:cubicBezTo>
                        <a:pt x="2207" y="1265"/>
                        <a:pt x="2300" y="1235"/>
                        <a:pt x="2395" y="1199"/>
                      </a:cubicBezTo>
                      <a:cubicBezTo>
                        <a:pt x="2661" y="1106"/>
                        <a:pt x="2920" y="1006"/>
                        <a:pt x="3142" y="897"/>
                      </a:cubicBezTo>
                      <a:cubicBezTo>
                        <a:pt x="3199" y="675"/>
                        <a:pt x="3285" y="345"/>
                        <a:pt x="3335" y="157"/>
                      </a:cubicBezTo>
                      <a:cubicBezTo>
                        <a:pt x="3365" y="64"/>
                        <a:pt x="3378" y="0"/>
                        <a:pt x="3378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35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h="591" w="174">
                      <a:moveTo>
                        <a:pt x="1" y="1"/>
                      </a:moveTo>
                      <a:lnTo>
                        <a:pt x="108" y="591"/>
                      </a:lnTo>
                      <a:lnTo>
                        <a:pt x="173" y="591"/>
                      </a:lnTo>
                      <a:lnTo>
                        <a:pt x="65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35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fill="none" h="591" w="174">
                      <a:moveTo>
                        <a:pt x="1" y="1"/>
                      </a:moveTo>
                      <a:lnTo>
                        <a:pt x="65" y="232"/>
                      </a:lnTo>
                      <a:lnTo>
                        <a:pt x="173" y="591"/>
                      </a:lnTo>
                      <a:lnTo>
                        <a:pt x="108" y="59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35"/>
                <p:cNvSpPr/>
                <p:nvPr/>
              </p:nvSpPr>
              <p:spPr>
                <a:xfrm>
                  <a:off x="8239222" y="3398185"/>
                  <a:ext cx="338322" cy="795778"/>
                </a:xfrm>
                <a:custGeom>
                  <a:rect b="b" l="l" r="r" t="t"/>
                  <a:pathLst>
                    <a:path extrusionOk="0" h="3013" w="1281">
                      <a:moveTo>
                        <a:pt x="913" y="1"/>
                      </a:moveTo>
                      <a:lnTo>
                        <a:pt x="620" y="979"/>
                      </a:lnTo>
                      <a:lnTo>
                        <a:pt x="339" y="1891"/>
                      </a:lnTo>
                      <a:lnTo>
                        <a:pt x="73" y="2768"/>
                      </a:lnTo>
                      <a:lnTo>
                        <a:pt x="1" y="3013"/>
                      </a:lnTo>
                      <a:lnTo>
                        <a:pt x="145" y="3013"/>
                      </a:lnTo>
                      <a:cubicBezTo>
                        <a:pt x="166" y="2970"/>
                        <a:pt x="180" y="2927"/>
                        <a:pt x="173" y="2883"/>
                      </a:cubicBezTo>
                      <a:cubicBezTo>
                        <a:pt x="159" y="2768"/>
                        <a:pt x="239" y="2688"/>
                        <a:pt x="318" y="2654"/>
                      </a:cubicBezTo>
                      <a:cubicBezTo>
                        <a:pt x="382" y="2625"/>
                        <a:pt x="418" y="2588"/>
                        <a:pt x="432" y="2531"/>
                      </a:cubicBezTo>
                      <a:lnTo>
                        <a:pt x="432" y="2466"/>
                      </a:lnTo>
                      <a:cubicBezTo>
                        <a:pt x="432" y="2366"/>
                        <a:pt x="525" y="2280"/>
                        <a:pt x="584" y="2250"/>
                      </a:cubicBezTo>
                      <a:cubicBezTo>
                        <a:pt x="611" y="2236"/>
                        <a:pt x="654" y="2223"/>
                        <a:pt x="706" y="2186"/>
                      </a:cubicBezTo>
                      <a:cubicBezTo>
                        <a:pt x="734" y="2157"/>
                        <a:pt x="770" y="2121"/>
                        <a:pt x="820" y="2093"/>
                      </a:cubicBezTo>
                      <a:cubicBezTo>
                        <a:pt x="842" y="2071"/>
                        <a:pt x="863" y="2042"/>
                        <a:pt x="886" y="2007"/>
                      </a:cubicBezTo>
                      <a:cubicBezTo>
                        <a:pt x="913" y="1971"/>
                        <a:pt x="942" y="1941"/>
                        <a:pt x="979" y="1921"/>
                      </a:cubicBezTo>
                      <a:cubicBezTo>
                        <a:pt x="1029" y="1812"/>
                        <a:pt x="1042" y="1697"/>
                        <a:pt x="1036" y="1619"/>
                      </a:cubicBezTo>
                      <a:cubicBezTo>
                        <a:pt x="1022" y="1490"/>
                        <a:pt x="942" y="1265"/>
                        <a:pt x="1115" y="877"/>
                      </a:cubicBezTo>
                      <a:cubicBezTo>
                        <a:pt x="1281" y="475"/>
                        <a:pt x="913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35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35"/>
                <p:cNvSpPr/>
                <p:nvPr/>
              </p:nvSpPr>
              <p:spPr>
                <a:xfrm>
                  <a:off x="8198559" y="3398185"/>
                  <a:ext cx="279162" cy="731070"/>
                </a:xfrm>
                <a:custGeom>
                  <a:rect b="b" l="l" r="r" t="t"/>
                  <a:pathLst>
                    <a:path extrusionOk="0" h="2768" w="1057">
                      <a:moveTo>
                        <a:pt x="1056" y="1"/>
                      </a:move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216" y="2768"/>
                      </a:ln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35"/>
                <p:cNvSpPr/>
                <p:nvPr/>
              </p:nvSpPr>
              <p:spPr>
                <a:xfrm>
                  <a:off x="8201454" y="3398185"/>
                  <a:ext cx="279162" cy="731070"/>
                </a:xfrm>
                <a:custGeom>
                  <a:rect b="b" l="l" r="r" t="t"/>
                  <a:pathLst>
                    <a:path extrusionOk="0" fill="none" h="2768" w="1057">
                      <a:moveTo>
                        <a:pt x="216" y="2768"/>
                      </a:move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166" y="2668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35"/>
                <p:cNvSpPr/>
                <p:nvPr/>
              </p:nvSpPr>
              <p:spPr>
                <a:xfrm>
                  <a:off x="8331181" y="4066663"/>
                  <a:ext cx="85307" cy="32486"/>
                </a:xfrm>
                <a:custGeom>
                  <a:rect b="b" l="l" r="r" t="t"/>
                  <a:pathLst>
                    <a:path extrusionOk="0" fill="none" h="123" w="323">
                      <a:moveTo>
                        <a:pt x="323" y="0"/>
                      </a:moveTo>
                      <a:lnTo>
                        <a:pt x="0" y="12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35"/>
                <p:cNvSpPr/>
                <p:nvPr/>
              </p:nvSpPr>
              <p:spPr>
                <a:xfrm>
                  <a:off x="8414061" y="3584123"/>
                  <a:ext cx="91381" cy="36712"/>
                </a:xfrm>
                <a:custGeom>
                  <a:rect b="b" l="l" r="r" t="t"/>
                  <a:pathLst>
                    <a:path extrusionOk="0" fill="none" h="139" w="346">
                      <a:moveTo>
                        <a:pt x="1" y="139"/>
                      </a:moveTo>
                      <a:lnTo>
                        <a:pt x="34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35"/>
                <p:cNvSpPr/>
                <p:nvPr/>
              </p:nvSpPr>
              <p:spPr>
                <a:xfrm>
                  <a:off x="8336149" y="3816017"/>
                  <a:ext cx="148428" cy="59162"/>
                </a:xfrm>
                <a:custGeom>
                  <a:rect b="b" l="l" r="r" t="t"/>
                  <a:pathLst>
                    <a:path extrusionOk="0" fill="none" h="224" w="562">
                      <a:moveTo>
                        <a:pt x="1" y="223"/>
                      </a:moveTo>
                      <a:lnTo>
                        <a:pt x="562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35"/>
                <p:cNvSpPr/>
                <p:nvPr/>
              </p:nvSpPr>
              <p:spPr>
                <a:xfrm>
                  <a:off x="8260086" y="3762665"/>
                  <a:ext cx="68668" cy="135227"/>
                </a:xfrm>
                <a:custGeom>
                  <a:rect b="b" l="l" r="r" t="t"/>
                  <a:pathLst>
                    <a:path extrusionOk="0" fill="none" h="512" w="260">
                      <a:moveTo>
                        <a:pt x="260" y="511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35"/>
                <p:cNvSpPr/>
                <p:nvPr/>
              </p:nvSpPr>
              <p:spPr>
                <a:xfrm>
                  <a:off x="8359127" y="3575143"/>
                  <a:ext cx="43842" cy="81612"/>
                </a:xfrm>
                <a:custGeom>
                  <a:rect b="b" l="l" r="r" t="t"/>
                  <a:pathLst>
                    <a:path extrusionOk="0" fill="none" h="309" w="166">
                      <a:moveTo>
                        <a:pt x="166" y="30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35"/>
                <p:cNvSpPr/>
                <p:nvPr/>
              </p:nvSpPr>
              <p:spPr>
                <a:xfrm>
                  <a:off x="7960323" y="3422748"/>
                  <a:ext cx="323003" cy="771216"/>
                </a:xfrm>
                <a:custGeom>
                  <a:rect b="b" l="l" r="r" t="t"/>
                  <a:pathLst>
                    <a:path extrusionOk="0" h="2920" w="1223">
                      <a:moveTo>
                        <a:pt x="1" y="1"/>
                      </a:moveTo>
                      <a:lnTo>
                        <a:pt x="266" y="907"/>
                      </a:lnTo>
                      <a:lnTo>
                        <a:pt x="511" y="1748"/>
                      </a:lnTo>
                      <a:lnTo>
                        <a:pt x="684" y="2330"/>
                      </a:lnTo>
                      <a:lnTo>
                        <a:pt x="748" y="2561"/>
                      </a:lnTo>
                      <a:lnTo>
                        <a:pt x="856" y="2920"/>
                      </a:lnTo>
                      <a:lnTo>
                        <a:pt x="1036" y="2920"/>
                      </a:lnTo>
                      <a:cubicBezTo>
                        <a:pt x="1072" y="2811"/>
                        <a:pt x="1050" y="2682"/>
                        <a:pt x="1079" y="2575"/>
                      </a:cubicBezTo>
                      <a:cubicBezTo>
                        <a:pt x="1086" y="2545"/>
                        <a:pt x="1100" y="2518"/>
                        <a:pt x="1115" y="2495"/>
                      </a:cubicBezTo>
                      <a:cubicBezTo>
                        <a:pt x="1222" y="2316"/>
                        <a:pt x="1158" y="2137"/>
                        <a:pt x="1043" y="2021"/>
                      </a:cubicBezTo>
                      <a:cubicBezTo>
                        <a:pt x="934" y="1905"/>
                        <a:pt x="913" y="1805"/>
                        <a:pt x="993" y="1647"/>
                      </a:cubicBezTo>
                      <a:cubicBezTo>
                        <a:pt x="1057" y="1503"/>
                        <a:pt x="1006" y="1331"/>
                        <a:pt x="943" y="1231"/>
                      </a:cubicBezTo>
                      <a:cubicBezTo>
                        <a:pt x="927" y="1208"/>
                        <a:pt x="920" y="1195"/>
                        <a:pt x="913" y="1188"/>
                      </a:cubicBezTo>
                      <a:cubicBezTo>
                        <a:pt x="834" y="1095"/>
                        <a:pt x="661" y="965"/>
                        <a:pt x="589" y="577"/>
                      </a:cubicBezTo>
                      <a:cubicBezTo>
                        <a:pt x="525" y="18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35"/>
                <p:cNvSpPr/>
                <p:nvPr/>
              </p:nvSpPr>
              <p:spPr>
                <a:xfrm>
                  <a:off x="7869206" y="3422748"/>
                  <a:ext cx="317457" cy="771216"/>
                </a:xfrm>
                <a:custGeom>
                  <a:rect b="b" l="l" r="r" t="t"/>
                  <a:pathLst>
                    <a:path extrusionOk="0" h="2920" w="1202">
                      <a:moveTo>
                        <a:pt x="346" y="1"/>
                      </a:moveTo>
                      <a:cubicBezTo>
                        <a:pt x="346" y="1"/>
                        <a:pt x="1" y="439"/>
                        <a:pt x="158" y="800"/>
                      </a:cubicBezTo>
                      <a:cubicBezTo>
                        <a:pt x="310" y="1165"/>
                        <a:pt x="230" y="1374"/>
                        <a:pt x="216" y="1490"/>
                      </a:cubicBezTo>
                      <a:cubicBezTo>
                        <a:pt x="209" y="1604"/>
                        <a:pt x="244" y="1819"/>
                        <a:pt x="396" y="1921"/>
                      </a:cubicBezTo>
                      <a:cubicBezTo>
                        <a:pt x="518" y="1992"/>
                        <a:pt x="561" y="2064"/>
                        <a:pt x="561" y="2164"/>
                      </a:cubicBezTo>
                      <a:cubicBezTo>
                        <a:pt x="605" y="2194"/>
                        <a:pt x="655" y="2237"/>
                        <a:pt x="675" y="2294"/>
                      </a:cubicBezTo>
                      <a:cubicBezTo>
                        <a:pt x="691" y="2323"/>
                        <a:pt x="698" y="2345"/>
                        <a:pt x="698" y="2373"/>
                      </a:cubicBezTo>
                      <a:cubicBezTo>
                        <a:pt x="691" y="2482"/>
                        <a:pt x="727" y="2525"/>
                        <a:pt x="813" y="2561"/>
                      </a:cubicBezTo>
                      <a:cubicBezTo>
                        <a:pt x="900" y="2595"/>
                        <a:pt x="970" y="2675"/>
                        <a:pt x="956" y="2790"/>
                      </a:cubicBezTo>
                      <a:cubicBezTo>
                        <a:pt x="950" y="2834"/>
                        <a:pt x="963" y="2877"/>
                        <a:pt x="986" y="2920"/>
                      </a:cubicBezTo>
                      <a:lnTo>
                        <a:pt x="1201" y="2920"/>
                      </a:lnTo>
                      <a:lnTo>
                        <a:pt x="1093" y="2561"/>
                      </a:lnTo>
                      <a:lnTo>
                        <a:pt x="1029" y="2330"/>
                      </a:lnTo>
                      <a:lnTo>
                        <a:pt x="856" y="1748"/>
                      </a:lnTo>
                      <a:lnTo>
                        <a:pt x="611" y="907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35"/>
                <p:cNvSpPr/>
                <p:nvPr/>
              </p:nvSpPr>
              <p:spPr>
                <a:xfrm>
                  <a:off x="8157612" y="4000106"/>
                  <a:ext cx="51765" cy="99043"/>
                </a:xfrm>
                <a:custGeom>
                  <a:rect b="b" l="l" r="r" t="t"/>
                  <a:pathLst>
                    <a:path extrusionOk="0" fill="none" h="375" w="196">
                      <a:moveTo>
                        <a:pt x="1" y="375"/>
                      </a:moveTo>
                      <a:lnTo>
                        <a:pt x="19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35"/>
                <p:cNvSpPr/>
                <p:nvPr/>
              </p:nvSpPr>
              <p:spPr>
                <a:xfrm>
                  <a:off x="8047479" y="4028366"/>
                  <a:ext cx="102738" cy="42258"/>
                </a:xfrm>
                <a:custGeom>
                  <a:rect b="b" l="l" r="r" t="t"/>
                  <a:pathLst>
                    <a:path extrusionOk="0" fill="none" h="160" w="389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45" y="145"/>
                      </a:lnTo>
                      <a:lnTo>
                        <a:pt x="388" y="15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35"/>
                <p:cNvSpPr/>
                <p:nvPr/>
              </p:nvSpPr>
              <p:spPr>
                <a:xfrm>
                  <a:off x="7935761" y="3593631"/>
                  <a:ext cx="83722" cy="34599"/>
                </a:xfrm>
                <a:custGeom>
                  <a:rect b="b" l="l" r="r" t="t"/>
                  <a:pathLst>
                    <a:path extrusionOk="0" fill="none" h="131" w="317">
                      <a:moveTo>
                        <a:pt x="316" y="13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35"/>
                <p:cNvSpPr/>
                <p:nvPr/>
              </p:nvSpPr>
              <p:spPr>
                <a:xfrm>
                  <a:off x="7954513" y="3808357"/>
                  <a:ext cx="134959" cy="53615"/>
                </a:xfrm>
                <a:custGeom>
                  <a:rect b="b" l="l" r="r" t="t"/>
                  <a:pathLst>
                    <a:path extrusionOk="0" fill="none" h="203" w="511">
                      <a:moveTo>
                        <a:pt x="511" y="2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35"/>
                <p:cNvSpPr/>
                <p:nvPr/>
              </p:nvSpPr>
              <p:spPr>
                <a:xfrm>
                  <a:off x="8095282" y="3760817"/>
                  <a:ext cx="64442" cy="123870"/>
                </a:xfrm>
                <a:custGeom>
                  <a:rect b="b" l="l" r="r" t="t"/>
                  <a:pathLst>
                    <a:path extrusionOk="0" fill="none" h="469" w="244">
                      <a:moveTo>
                        <a:pt x="0" y="468"/>
                      </a:moveTo>
                      <a:lnTo>
                        <a:pt x="244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35"/>
                <p:cNvSpPr/>
                <p:nvPr/>
              </p:nvSpPr>
              <p:spPr>
                <a:xfrm>
                  <a:off x="8030576" y="3586500"/>
                  <a:ext cx="39880" cy="75801"/>
                </a:xfrm>
                <a:custGeom>
                  <a:rect b="b" l="l" r="r" t="t"/>
                  <a:pathLst>
                    <a:path extrusionOk="0" fill="none" h="287" w="151">
                      <a:moveTo>
                        <a:pt x="0" y="287"/>
                      </a:moveTo>
                      <a:lnTo>
                        <a:pt x="15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35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35"/>
                <p:cNvSpPr/>
                <p:nvPr/>
              </p:nvSpPr>
              <p:spPr>
                <a:xfrm>
                  <a:off x="8326642" y="3886272"/>
                  <a:ext cx="283387" cy="307694"/>
                </a:xfrm>
                <a:custGeom>
                  <a:rect b="b" l="l" r="r" t="t"/>
                  <a:pathLst>
                    <a:path extrusionOk="0" h="1165" w="1073">
                      <a:moveTo>
                        <a:pt x="1000" y="0"/>
                      </a:moveTo>
                      <a:lnTo>
                        <a:pt x="648" y="409"/>
                      </a:lnTo>
                      <a:lnTo>
                        <a:pt x="339" y="777"/>
                      </a:lnTo>
                      <a:lnTo>
                        <a:pt x="332" y="784"/>
                      </a:lnTo>
                      <a:lnTo>
                        <a:pt x="21" y="1142"/>
                      </a:lnTo>
                      <a:lnTo>
                        <a:pt x="15" y="1151"/>
                      </a:lnTo>
                      <a:lnTo>
                        <a:pt x="1" y="1165"/>
                      </a:lnTo>
                      <a:lnTo>
                        <a:pt x="353" y="1165"/>
                      </a:lnTo>
                      <a:cubicBezTo>
                        <a:pt x="360" y="1151"/>
                        <a:pt x="360" y="1135"/>
                        <a:pt x="366" y="1122"/>
                      </a:cubicBezTo>
                      <a:cubicBezTo>
                        <a:pt x="389" y="1035"/>
                        <a:pt x="425" y="992"/>
                        <a:pt x="525" y="978"/>
                      </a:cubicBezTo>
                      <a:cubicBezTo>
                        <a:pt x="625" y="963"/>
                        <a:pt x="698" y="863"/>
                        <a:pt x="720" y="797"/>
                      </a:cubicBezTo>
                      <a:cubicBezTo>
                        <a:pt x="741" y="734"/>
                        <a:pt x="748" y="611"/>
                        <a:pt x="906" y="461"/>
                      </a:cubicBezTo>
                      <a:cubicBezTo>
                        <a:pt x="1072" y="302"/>
                        <a:pt x="1000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35"/>
                <p:cNvSpPr/>
                <p:nvPr/>
              </p:nvSpPr>
              <p:spPr>
                <a:xfrm>
                  <a:off x="8277517" y="3885744"/>
                  <a:ext cx="313231" cy="308222"/>
                </a:xfrm>
                <a:custGeom>
                  <a:rect b="b" l="l" r="r" t="t"/>
                  <a:pathLst>
                    <a:path extrusionOk="0" h="1167" w="1186">
                      <a:moveTo>
                        <a:pt x="1130" y="0"/>
                      </a:moveTo>
                      <a:cubicBezTo>
                        <a:pt x="1058" y="0"/>
                        <a:pt x="931" y="10"/>
                        <a:pt x="834" y="75"/>
                      </a:cubicBezTo>
                      <a:cubicBezTo>
                        <a:pt x="804" y="139"/>
                        <a:pt x="754" y="196"/>
                        <a:pt x="690" y="239"/>
                      </a:cubicBezTo>
                      <a:cubicBezTo>
                        <a:pt x="682" y="239"/>
                        <a:pt x="682" y="239"/>
                        <a:pt x="675" y="247"/>
                      </a:cubicBezTo>
                      <a:cubicBezTo>
                        <a:pt x="639" y="290"/>
                        <a:pt x="596" y="318"/>
                        <a:pt x="561" y="340"/>
                      </a:cubicBezTo>
                      <a:cubicBezTo>
                        <a:pt x="509" y="377"/>
                        <a:pt x="466" y="390"/>
                        <a:pt x="439" y="404"/>
                      </a:cubicBezTo>
                      <a:cubicBezTo>
                        <a:pt x="380" y="434"/>
                        <a:pt x="287" y="520"/>
                        <a:pt x="287" y="620"/>
                      </a:cubicBezTo>
                      <a:lnTo>
                        <a:pt x="287" y="685"/>
                      </a:lnTo>
                      <a:cubicBezTo>
                        <a:pt x="273" y="742"/>
                        <a:pt x="237" y="779"/>
                        <a:pt x="173" y="808"/>
                      </a:cubicBezTo>
                      <a:cubicBezTo>
                        <a:pt x="94" y="842"/>
                        <a:pt x="14" y="922"/>
                        <a:pt x="28" y="1037"/>
                      </a:cubicBezTo>
                      <a:cubicBezTo>
                        <a:pt x="35" y="1081"/>
                        <a:pt x="21" y="1124"/>
                        <a:pt x="0" y="1167"/>
                      </a:cubicBezTo>
                      <a:lnTo>
                        <a:pt x="187" y="1167"/>
                      </a:lnTo>
                      <a:cubicBezTo>
                        <a:pt x="194" y="1160"/>
                        <a:pt x="194" y="1160"/>
                        <a:pt x="201" y="1153"/>
                      </a:cubicBezTo>
                      <a:lnTo>
                        <a:pt x="207" y="1144"/>
                      </a:lnTo>
                      <a:lnTo>
                        <a:pt x="518" y="786"/>
                      </a:lnTo>
                      <a:lnTo>
                        <a:pt x="525" y="779"/>
                      </a:lnTo>
                      <a:lnTo>
                        <a:pt x="834" y="411"/>
                      </a:lnTo>
                      <a:lnTo>
                        <a:pt x="1186" y="2"/>
                      </a:lnTo>
                      <a:cubicBezTo>
                        <a:pt x="1186" y="2"/>
                        <a:pt x="116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35"/>
                <p:cNvSpPr/>
                <p:nvPr/>
              </p:nvSpPr>
              <p:spPr>
                <a:xfrm>
                  <a:off x="8326642" y="4127146"/>
                  <a:ext cx="3962" cy="63123"/>
                </a:xfrm>
                <a:custGeom>
                  <a:rect b="b" l="l" r="r" t="t"/>
                  <a:pathLst>
                    <a:path extrusionOk="0" fill="none" h="239" w="15">
                      <a:moveTo>
                        <a:pt x="15" y="239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35"/>
                <p:cNvSpPr/>
                <p:nvPr/>
              </p:nvSpPr>
              <p:spPr>
                <a:xfrm>
                  <a:off x="8341696" y="4176535"/>
                  <a:ext cx="63122" cy="2377"/>
                </a:xfrm>
                <a:custGeom>
                  <a:rect b="b" l="l" r="r" t="t"/>
                  <a:pathLst>
                    <a:path extrusionOk="0" fill="none" h="9" w="239">
                      <a:moveTo>
                        <a:pt x="1" y="0"/>
                      </a:moveTo>
                      <a:lnTo>
                        <a:pt x="239" y="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35"/>
                <p:cNvSpPr/>
                <p:nvPr/>
              </p:nvSpPr>
              <p:spPr>
                <a:xfrm>
                  <a:off x="8510725" y="3979241"/>
                  <a:ext cx="51765" cy="2113"/>
                </a:xfrm>
                <a:custGeom>
                  <a:rect b="b" l="l" r="r" t="t"/>
                  <a:pathLst>
                    <a:path extrusionOk="0" fill="none" h="8" w="196">
                      <a:moveTo>
                        <a:pt x="1" y="0"/>
                      </a:moveTo>
                      <a:lnTo>
                        <a:pt x="196" y="7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p35"/>
                <p:cNvSpPr/>
                <p:nvPr/>
              </p:nvSpPr>
              <p:spPr>
                <a:xfrm>
                  <a:off x="8421457" y="4083567"/>
                  <a:ext cx="81873" cy="4226"/>
                </a:xfrm>
                <a:custGeom>
                  <a:rect b="b" l="l" r="r" t="t"/>
                  <a:pathLst>
                    <a:path extrusionOk="0" fill="none" h="16" w="310">
                      <a:moveTo>
                        <a:pt x="1" y="0"/>
                      </a:moveTo>
                      <a:lnTo>
                        <a:pt x="309" y="16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p35"/>
                <p:cNvSpPr/>
                <p:nvPr/>
              </p:nvSpPr>
              <p:spPr>
                <a:xfrm>
                  <a:off x="8408251" y="4015160"/>
                  <a:ext cx="6074" cy="78178"/>
                </a:xfrm>
                <a:custGeom>
                  <a:rect b="b" l="l" r="r" t="t"/>
                  <a:pathLst>
                    <a:path extrusionOk="0" fill="none" h="296" w="23">
                      <a:moveTo>
                        <a:pt x="23" y="296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35"/>
                <p:cNvSpPr/>
                <p:nvPr/>
              </p:nvSpPr>
              <p:spPr>
                <a:xfrm>
                  <a:off x="8495671" y="3944906"/>
                  <a:ext cx="2113" cy="47805"/>
                </a:xfrm>
                <a:custGeom>
                  <a:rect b="b" l="l" r="r" t="t"/>
                  <a:pathLst>
                    <a:path extrusionOk="0" fill="none" h="181" w="8">
                      <a:moveTo>
                        <a:pt x="8" y="18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35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35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35"/>
                <p:cNvSpPr/>
                <p:nvPr/>
              </p:nvSpPr>
              <p:spPr>
                <a:xfrm>
                  <a:off x="8023332" y="4192236"/>
                  <a:ext cx="488335" cy="324861"/>
                </a:xfrm>
                <a:custGeom>
                  <a:rect b="b" l="l" r="r" t="t"/>
                  <a:pathLst>
                    <a:path extrusionOk="0" h="1230" w="1849">
                      <a:moveTo>
                        <a:pt x="1" y="1"/>
                      </a:moveTo>
                      <a:lnTo>
                        <a:pt x="151" y="850"/>
                      </a:lnTo>
                      <a:lnTo>
                        <a:pt x="151" y="856"/>
                      </a:lnTo>
                      <a:lnTo>
                        <a:pt x="223" y="1229"/>
                      </a:lnTo>
                      <a:lnTo>
                        <a:pt x="834" y="1229"/>
                      </a:lnTo>
                      <a:lnTo>
                        <a:pt x="834" y="850"/>
                      </a:lnTo>
                      <a:lnTo>
                        <a:pt x="1006" y="850"/>
                      </a:lnTo>
                      <a:lnTo>
                        <a:pt x="1006" y="1229"/>
                      </a:lnTo>
                      <a:lnTo>
                        <a:pt x="1617" y="1229"/>
                      </a:lnTo>
                      <a:lnTo>
                        <a:pt x="1690" y="850"/>
                      </a:lnTo>
                      <a:lnTo>
                        <a:pt x="184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35"/>
                <p:cNvSpPr/>
                <p:nvPr/>
              </p:nvSpPr>
              <p:spPr>
                <a:xfrm>
                  <a:off x="8017685" y="4417938"/>
                  <a:ext cx="45691" cy="244835"/>
                </a:xfrm>
                <a:custGeom>
                  <a:rect b="b" l="l" r="r" t="t"/>
                  <a:pathLst>
                    <a:path extrusionOk="0" h="927" w="173">
                      <a:moveTo>
                        <a:pt x="0" y="1"/>
                      </a:moveTo>
                      <a:lnTo>
                        <a:pt x="0" y="927"/>
                      </a:lnTo>
                      <a:lnTo>
                        <a:pt x="173" y="927"/>
                      </a:lnTo>
                      <a:lnTo>
                        <a:pt x="173" y="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35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35"/>
                <p:cNvSpPr/>
                <p:nvPr/>
              </p:nvSpPr>
              <p:spPr>
                <a:xfrm>
                  <a:off x="8469574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5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35"/>
                <p:cNvSpPr/>
                <p:nvPr/>
              </p:nvSpPr>
              <p:spPr>
                <a:xfrm>
                  <a:off x="8289188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0" y="0"/>
                      </a:moveTo>
                      <a:lnTo>
                        <a:pt x="0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35"/>
                <p:cNvSpPr/>
                <p:nvPr/>
              </p:nvSpPr>
              <p:spPr>
                <a:xfrm>
                  <a:off x="8063111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1" y="0"/>
                      </a:moveTo>
                      <a:lnTo>
                        <a:pt x="1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35"/>
                <p:cNvSpPr/>
                <p:nvPr/>
              </p:nvSpPr>
              <p:spPr>
                <a:xfrm>
                  <a:off x="8243497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35"/>
                <p:cNvSpPr/>
                <p:nvPr/>
              </p:nvSpPr>
              <p:spPr>
                <a:xfrm>
                  <a:off x="7554707" y="2843821"/>
                  <a:ext cx="271477" cy="290353"/>
                </a:xfrm>
                <a:custGeom>
                  <a:rect b="b" l="l" r="r" t="t"/>
                  <a:pathLst>
                    <a:path extrusionOk="0" fill="none" h="1245" w="1028">
                      <a:moveTo>
                        <a:pt x="898" y="0"/>
                      </a:moveTo>
                      <a:lnTo>
                        <a:pt x="906" y="9"/>
                      </a:lnTo>
                      <a:cubicBezTo>
                        <a:pt x="927" y="95"/>
                        <a:pt x="949" y="195"/>
                        <a:pt x="963" y="288"/>
                      </a:cubicBezTo>
                      <a:cubicBezTo>
                        <a:pt x="1027" y="733"/>
                        <a:pt x="970" y="1230"/>
                        <a:pt x="970" y="1230"/>
                      </a:cubicBezTo>
                      <a:cubicBezTo>
                        <a:pt x="913" y="1237"/>
                        <a:pt x="841" y="1237"/>
                        <a:pt x="768" y="1244"/>
                      </a:cubicBezTo>
                      <a:lnTo>
                        <a:pt x="475" y="1244"/>
                      </a:lnTo>
                      <a:cubicBezTo>
                        <a:pt x="287" y="1244"/>
                        <a:pt x="121" y="1237"/>
                        <a:pt x="51" y="1230"/>
                      </a:cubicBezTo>
                      <a:lnTo>
                        <a:pt x="1" y="1230"/>
                      </a:lnTo>
                      <a:lnTo>
                        <a:pt x="64" y="49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35"/>
                <p:cNvSpPr/>
                <p:nvPr/>
              </p:nvSpPr>
              <p:spPr>
                <a:xfrm>
                  <a:off x="6328768" y="3104295"/>
                  <a:ext cx="197298" cy="148611"/>
                </a:xfrm>
                <a:custGeom>
                  <a:rect b="b" l="l" r="r" t="t"/>
                  <a:pathLst>
                    <a:path extrusionOk="0" h="433" w="575">
                      <a:moveTo>
                        <a:pt x="121" y="1"/>
                      </a:moveTo>
                      <a:cubicBezTo>
                        <a:pt x="43" y="1"/>
                        <a:pt x="0" y="65"/>
                        <a:pt x="21" y="144"/>
                      </a:cubicBezTo>
                      <a:cubicBezTo>
                        <a:pt x="28" y="180"/>
                        <a:pt x="57" y="267"/>
                        <a:pt x="273" y="381"/>
                      </a:cubicBezTo>
                      <a:lnTo>
                        <a:pt x="359" y="432"/>
                      </a:lnTo>
                      <a:lnTo>
                        <a:pt x="423" y="381"/>
                      </a:lnTo>
                      <a:cubicBezTo>
                        <a:pt x="575" y="267"/>
                        <a:pt x="552" y="180"/>
                        <a:pt x="538" y="144"/>
                      </a:cubicBezTo>
                      <a:cubicBezTo>
                        <a:pt x="518" y="65"/>
                        <a:pt x="438" y="1"/>
                        <a:pt x="359" y="1"/>
                      </a:cubicBezTo>
                      <a:cubicBezTo>
                        <a:pt x="309" y="1"/>
                        <a:pt x="273" y="29"/>
                        <a:pt x="259" y="65"/>
                      </a:cubicBezTo>
                      <a:cubicBezTo>
                        <a:pt x="223" y="29"/>
                        <a:pt x="173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4" name="Google Shape;674;p35"/>
            <p:cNvSpPr/>
            <p:nvPr/>
          </p:nvSpPr>
          <p:spPr>
            <a:xfrm>
              <a:off x="6472198" y="1153570"/>
              <a:ext cx="596900" cy="37775"/>
            </a:xfrm>
            <a:custGeom>
              <a:rect b="b" l="l" r="r" t="t"/>
              <a:pathLst>
                <a:path extrusionOk="0" fill="none" h="167" w="2638">
                  <a:moveTo>
                    <a:pt x="0" y="1"/>
                  </a:moveTo>
                  <a:cubicBezTo>
                    <a:pt x="216" y="1"/>
                    <a:pt x="216" y="167"/>
                    <a:pt x="438" y="167"/>
                  </a:cubicBezTo>
                  <a:cubicBezTo>
                    <a:pt x="661" y="167"/>
                    <a:pt x="661" y="1"/>
                    <a:pt x="877" y="1"/>
                  </a:cubicBezTo>
                  <a:cubicBezTo>
                    <a:pt x="1099" y="1"/>
                    <a:pt x="1099" y="167"/>
                    <a:pt x="1315" y="167"/>
                  </a:cubicBezTo>
                  <a:cubicBezTo>
                    <a:pt x="1537" y="167"/>
                    <a:pt x="1537" y="1"/>
                    <a:pt x="1762" y="1"/>
                  </a:cubicBezTo>
                  <a:cubicBezTo>
                    <a:pt x="1977" y="1"/>
                    <a:pt x="1977" y="167"/>
                    <a:pt x="2200" y="167"/>
                  </a:cubicBezTo>
                  <a:cubicBezTo>
                    <a:pt x="2422" y="167"/>
                    <a:pt x="2422" y="1"/>
                    <a:pt x="2638" y="1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8011640" y="21820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6650452" y="19315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 txBox="1"/>
          <p:nvPr>
            <p:ph type="title"/>
          </p:nvPr>
        </p:nvSpPr>
        <p:spPr>
          <a:xfrm>
            <a:off x="720000" y="431900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Core Python Concepts</a:t>
            </a:r>
            <a:endParaRPr sz="2500"/>
          </a:p>
        </p:txBody>
      </p:sp>
      <p:graphicFrame>
        <p:nvGraphicFramePr>
          <p:cNvPr id="682" name="Google Shape;682;p36"/>
          <p:cNvGraphicFramePr/>
          <p:nvPr/>
        </p:nvGraphicFramePr>
        <p:xfrm>
          <a:off x="720000" y="131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{DA822010-0F8A-4959-954B-02B9766AEAB8}</a:tableStyleId>
              </a:tblPr>
              <a:tblGrid>
                <a:gridCol w="2238875"/>
                <a:gridCol w="5465125"/>
              </a:tblGrid>
              <a:tr h="412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Concept </a:t>
                      </a:r>
                      <a:endParaRPr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Application 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Variables &amp; Data Types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Expense descriptions, amounts, categories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Lists &amp; Dictionaries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Store and organize expense records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Tuples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Fixed menu/category choices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If / Elif / Else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Menu decisions and validation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For &amp; While Loops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Processing records and repeated input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lt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Functions </a:t>
                      </a:r>
                      <a:endParaRPr b="1" sz="1000" u="sng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Modular program structure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User Input &amp; State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Interactive expense and budget management </a:t>
                      </a:r>
                      <a:endParaRPr sz="100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683" name="Google Shape;683;p36"/>
          <p:cNvGrpSpPr/>
          <p:nvPr/>
        </p:nvGrpSpPr>
        <p:grpSpPr>
          <a:xfrm>
            <a:off x="7068441" y="3654189"/>
            <a:ext cx="1542770" cy="941189"/>
            <a:chOff x="7611866" y="4081864"/>
            <a:chExt cx="1542770" cy="941189"/>
          </a:xfrm>
        </p:grpSpPr>
        <p:sp>
          <p:nvSpPr>
            <p:cNvPr id="684" name="Google Shape;684;p36"/>
            <p:cNvSpPr/>
            <p:nvPr/>
          </p:nvSpPr>
          <p:spPr>
            <a:xfrm>
              <a:off x="7611866" y="4584467"/>
              <a:ext cx="694996" cy="438586"/>
            </a:xfrm>
            <a:custGeom>
              <a:rect b="b" l="l" r="r" t="t"/>
              <a:pathLst>
                <a:path extrusionOk="0" h="2446" w="3876">
                  <a:moveTo>
                    <a:pt x="1" y="1"/>
                  </a:moveTo>
                  <a:lnTo>
                    <a:pt x="1" y="194"/>
                  </a:lnTo>
                  <a:lnTo>
                    <a:pt x="3875" y="2445"/>
                  </a:lnTo>
                  <a:lnTo>
                    <a:pt x="3875" y="22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695788" y="4453033"/>
              <a:ext cx="458848" cy="290120"/>
            </a:xfrm>
            <a:custGeom>
              <a:rect b="b" l="l" r="r" t="t"/>
              <a:pathLst>
                <a:path extrusionOk="0" h="1618" w="2559">
                  <a:moveTo>
                    <a:pt x="2128" y="1"/>
                  </a:moveTo>
                  <a:lnTo>
                    <a:pt x="2236" y="223"/>
                  </a:lnTo>
                  <a:lnTo>
                    <a:pt x="713" y="1100"/>
                  </a:lnTo>
                  <a:lnTo>
                    <a:pt x="713" y="1208"/>
                  </a:lnTo>
                  <a:lnTo>
                    <a:pt x="604" y="1194"/>
                  </a:lnTo>
                  <a:lnTo>
                    <a:pt x="497" y="1338"/>
                  </a:lnTo>
                  <a:lnTo>
                    <a:pt x="497" y="1222"/>
                  </a:lnTo>
                  <a:lnTo>
                    <a:pt x="1" y="1510"/>
                  </a:lnTo>
                  <a:lnTo>
                    <a:pt x="196" y="1617"/>
                  </a:lnTo>
                  <a:lnTo>
                    <a:pt x="2559" y="253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611866" y="4544660"/>
              <a:ext cx="1119058" cy="443427"/>
            </a:xfrm>
            <a:custGeom>
              <a:rect b="b" l="l" r="r" t="t"/>
              <a:pathLst>
                <a:path extrusionOk="0" h="2473" w="6241">
                  <a:moveTo>
                    <a:pt x="389" y="0"/>
                  </a:moveTo>
                  <a:lnTo>
                    <a:pt x="1" y="223"/>
                  </a:lnTo>
                  <a:lnTo>
                    <a:pt x="3875" y="2472"/>
                  </a:lnTo>
                  <a:lnTo>
                    <a:pt x="6241" y="1106"/>
                  </a:lnTo>
                  <a:lnTo>
                    <a:pt x="6046" y="999"/>
                  </a:lnTo>
                  <a:lnTo>
                    <a:pt x="6039" y="1006"/>
                  </a:lnTo>
                  <a:lnTo>
                    <a:pt x="3796" y="2300"/>
                  </a:lnTo>
                  <a:lnTo>
                    <a:pt x="310" y="266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8306688" y="4498219"/>
              <a:ext cx="847945" cy="524833"/>
            </a:xfrm>
            <a:custGeom>
              <a:rect b="b" l="l" r="r" t="t"/>
              <a:pathLst>
                <a:path extrusionOk="0" h="2927" w="4729">
                  <a:moveTo>
                    <a:pt x="4729" y="1"/>
                  </a:moveTo>
                  <a:lnTo>
                    <a:pt x="2366" y="1365"/>
                  </a:lnTo>
                  <a:lnTo>
                    <a:pt x="0" y="2731"/>
                  </a:lnTo>
                  <a:lnTo>
                    <a:pt x="0" y="2926"/>
                  </a:lnTo>
                  <a:lnTo>
                    <a:pt x="2091" y="1719"/>
                  </a:lnTo>
                  <a:cubicBezTo>
                    <a:pt x="2121" y="1703"/>
                    <a:pt x="2171" y="1660"/>
                    <a:pt x="2193" y="1624"/>
                  </a:cubicBezTo>
                  <a:cubicBezTo>
                    <a:pt x="2236" y="1567"/>
                    <a:pt x="2293" y="1503"/>
                    <a:pt x="2366" y="1467"/>
                  </a:cubicBezTo>
                  <a:cubicBezTo>
                    <a:pt x="2418" y="1435"/>
                    <a:pt x="2468" y="1418"/>
                    <a:pt x="2505" y="1418"/>
                  </a:cubicBezTo>
                  <a:cubicBezTo>
                    <a:pt x="2518" y="1418"/>
                    <a:pt x="2529" y="1420"/>
                    <a:pt x="2538" y="1424"/>
                  </a:cubicBezTo>
                  <a:cubicBezTo>
                    <a:pt x="2544" y="1428"/>
                    <a:pt x="2552" y="1429"/>
                    <a:pt x="2561" y="1429"/>
                  </a:cubicBezTo>
                  <a:cubicBezTo>
                    <a:pt x="2585" y="1429"/>
                    <a:pt x="2617" y="1418"/>
                    <a:pt x="2638" y="1401"/>
                  </a:cubicBezTo>
                  <a:lnTo>
                    <a:pt x="4729" y="194"/>
                  </a:lnTo>
                  <a:lnTo>
                    <a:pt x="472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8068207" y="4081864"/>
              <a:ext cx="1005377" cy="596915"/>
            </a:xfrm>
            <a:custGeom>
              <a:rect b="b" l="l" r="r" t="t"/>
              <a:pathLst>
                <a:path extrusionOk="0" h="3329" w="5607">
                  <a:moveTo>
                    <a:pt x="2114" y="1"/>
                  </a:moveTo>
                  <a:cubicBezTo>
                    <a:pt x="1689" y="64"/>
                    <a:pt x="1323" y="209"/>
                    <a:pt x="1028" y="382"/>
                  </a:cubicBezTo>
                  <a:cubicBezTo>
                    <a:pt x="345" y="777"/>
                    <a:pt x="21" y="1281"/>
                    <a:pt x="0" y="1301"/>
                  </a:cubicBezTo>
                  <a:lnTo>
                    <a:pt x="30" y="1324"/>
                  </a:lnTo>
                  <a:lnTo>
                    <a:pt x="3487" y="3328"/>
                  </a:lnTo>
                  <a:lnTo>
                    <a:pt x="3494" y="3328"/>
                  </a:lnTo>
                  <a:cubicBezTo>
                    <a:pt x="3507" y="3308"/>
                    <a:pt x="3832" y="2804"/>
                    <a:pt x="4515" y="2409"/>
                  </a:cubicBezTo>
                  <a:cubicBezTo>
                    <a:pt x="4536" y="2393"/>
                    <a:pt x="4549" y="2386"/>
                    <a:pt x="4572" y="2373"/>
                  </a:cubicBezTo>
                  <a:cubicBezTo>
                    <a:pt x="4608" y="2359"/>
                    <a:pt x="4644" y="2336"/>
                    <a:pt x="4679" y="2316"/>
                  </a:cubicBezTo>
                  <a:lnTo>
                    <a:pt x="4687" y="2316"/>
                  </a:lnTo>
                  <a:cubicBezTo>
                    <a:pt x="4722" y="2293"/>
                    <a:pt x="4765" y="2279"/>
                    <a:pt x="4801" y="2257"/>
                  </a:cubicBezTo>
                  <a:lnTo>
                    <a:pt x="4817" y="2257"/>
                  </a:lnTo>
                  <a:cubicBezTo>
                    <a:pt x="4831" y="2243"/>
                    <a:pt x="4860" y="2236"/>
                    <a:pt x="4874" y="2229"/>
                  </a:cubicBezTo>
                  <a:cubicBezTo>
                    <a:pt x="4894" y="2221"/>
                    <a:pt x="4910" y="2214"/>
                    <a:pt x="4924" y="2207"/>
                  </a:cubicBezTo>
                  <a:cubicBezTo>
                    <a:pt x="4946" y="2200"/>
                    <a:pt x="4967" y="2193"/>
                    <a:pt x="4989" y="2186"/>
                  </a:cubicBezTo>
                  <a:cubicBezTo>
                    <a:pt x="5032" y="2164"/>
                    <a:pt x="5083" y="2150"/>
                    <a:pt x="5126" y="2135"/>
                  </a:cubicBezTo>
                  <a:cubicBezTo>
                    <a:pt x="5146" y="2128"/>
                    <a:pt x="5169" y="2121"/>
                    <a:pt x="5183" y="2121"/>
                  </a:cubicBezTo>
                  <a:cubicBezTo>
                    <a:pt x="5212" y="2114"/>
                    <a:pt x="5240" y="2107"/>
                    <a:pt x="5269" y="2100"/>
                  </a:cubicBezTo>
                  <a:cubicBezTo>
                    <a:pt x="5291" y="2091"/>
                    <a:pt x="5319" y="2084"/>
                    <a:pt x="5348" y="2078"/>
                  </a:cubicBezTo>
                  <a:cubicBezTo>
                    <a:pt x="5369" y="2071"/>
                    <a:pt x="5391" y="2064"/>
                    <a:pt x="5405" y="2064"/>
                  </a:cubicBezTo>
                  <a:cubicBezTo>
                    <a:pt x="5428" y="2057"/>
                    <a:pt x="5448" y="2057"/>
                    <a:pt x="5471" y="2048"/>
                  </a:cubicBezTo>
                  <a:cubicBezTo>
                    <a:pt x="5498" y="2041"/>
                    <a:pt x="5528" y="2034"/>
                    <a:pt x="5564" y="2034"/>
                  </a:cubicBezTo>
                  <a:cubicBezTo>
                    <a:pt x="5578" y="2028"/>
                    <a:pt x="5593" y="2028"/>
                    <a:pt x="5607" y="2028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7689327" y="4310483"/>
              <a:ext cx="1004122" cy="571812"/>
            </a:xfrm>
            <a:custGeom>
              <a:rect b="b" l="l" r="r" t="t"/>
              <a:pathLst>
                <a:path extrusionOk="0" h="3189" w="5600">
                  <a:moveTo>
                    <a:pt x="1941" y="1"/>
                  </a:moveTo>
                  <a:cubicBezTo>
                    <a:pt x="1778" y="1"/>
                    <a:pt x="1499" y="50"/>
                    <a:pt x="1092" y="285"/>
                  </a:cubicBezTo>
                  <a:cubicBezTo>
                    <a:pt x="797" y="458"/>
                    <a:pt x="431" y="730"/>
                    <a:pt x="0" y="1161"/>
                  </a:cubicBezTo>
                  <a:lnTo>
                    <a:pt x="100" y="1220"/>
                  </a:lnTo>
                  <a:lnTo>
                    <a:pt x="3493" y="3188"/>
                  </a:lnTo>
                  <a:cubicBezTo>
                    <a:pt x="3918" y="2757"/>
                    <a:pt x="4284" y="2485"/>
                    <a:pt x="4579" y="2312"/>
                  </a:cubicBezTo>
                  <a:cubicBezTo>
                    <a:pt x="4629" y="2283"/>
                    <a:pt x="4679" y="2255"/>
                    <a:pt x="4730" y="2233"/>
                  </a:cubicBezTo>
                  <a:cubicBezTo>
                    <a:pt x="4751" y="2226"/>
                    <a:pt x="4773" y="2212"/>
                    <a:pt x="4794" y="2196"/>
                  </a:cubicBezTo>
                  <a:lnTo>
                    <a:pt x="4801" y="2196"/>
                  </a:lnTo>
                  <a:cubicBezTo>
                    <a:pt x="4823" y="2190"/>
                    <a:pt x="4844" y="2176"/>
                    <a:pt x="4860" y="2169"/>
                  </a:cubicBezTo>
                  <a:cubicBezTo>
                    <a:pt x="4880" y="2162"/>
                    <a:pt x="4903" y="2153"/>
                    <a:pt x="4924" y="2146"/>
                  </a:cubicBezTo>
                  <a:cubicBezTo>
                    <a:pt x="5024" y="2103"/>
                    <a:pt x="5118" y="2076"/>
                    <a:pt x="5196" y="2060"/>
                  </a:cubicBezTo>
                  <a:cubicBezTo>
                    <a:pt x="5212" y="2053"/>
                    <a:pt x="5225" y="2053"/>
                    <a:pt x="5239" y="2046"/>
                  </a:cubicBezTo>
                  <a:lnTo>
                    <a:pt x="5275" y="2046"/>
                  </a:lnTo>
                  <a:cubicBezTo>
                    <a:pt x="5282" y="2039"/>
                    <a:pt x="5291" y="2039"/>
                    <a:pt x="5291" y="2039"/>
                  </a:cubicBezTo>
                  <a:cubicBezTo>
                    <a:pt x="5312" y="2039"/>
                    <a:pt x="5334" y="2033"/>
                    <a:pt x="5355" y="2033"/>
                  </a:cubicBezTo>
                  <a:lnTo>
                    <a:pt x="5507" y="2033"/>
                  </a:lnTo>
                  <a:cubicBezTo>
                    <a:pt x="5507" y="2033"/>
                    <a:pt x="5514" y="2033"/>
                    <a:pt x="5520" y="2039"/>
                  </a:cubicBezTo>
                  <a:lnTo>
                    <a:pt x="5541" y="2039"/>
                  </a:lnTo>
                  <a:cubicBezTo>
                    <a:pt x="5550" y="2039"/>
                    <a:pt x="5557" y="2046"/>
                    <a:pt x="5564" y="2046"/>
                  </a:cubicBezTo>
                  <a:lnTo>
                    <a:pt x="5577" y="2046"/>
                  </a:lnTo>
                  <a:cubicBezTo>
                    <a:pt x="5584" y="2046"/>
                    <a:pt x="5584" y="2053"/>
                    <a:pt x="5593" y="2053"/>
                  </a:cubicBezTo>
                  <a:lnTo>
                    <a:pt x="5600" y="2053"/>
                  </a:lnTo>
                  <a:lnTo>
                    <a:pt x="2143" y="49"/>
                  </a:lnTo>
                  <a:lnTo>
                    <a:pt x="2113" y="26"/>
                  </a:lnTo>
                  <a:cubicBezTo>
                    <a:pt x="2108" y="23"/>
                    <a:pt x="2051" y="1"/>
                    <a:pt x="194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667272" y="4518660"/>
              <a:ext cx="648555" cy="438407"/>
            </a:xfrm>
            <a:custGeom>
              <a:rect b="b" l="l" r="r" t="t"/>
              <a:pathLst>
                <a:path extrusionOk="0" h="2445" w="3617">
                  <a:moveTo>
                    <a:pt x="123" y="0"/>
                  </a:moveTo>
                  <a:lnTo>
                    <a:pt x="80" y="145"/>
                  </a:lnTo>
                  <a:lnTo>
                    <a:pt x="1" y="411"/>
                  </a:lnTo>
                  <a:lnTo>
                    <a:pt x="3487" y="2445"/>
                  </a:lnTo>
                  <a:lnTo>
                    <a:pt x="3616" y="2027"/>
                  </a:lnTo>
                  <a:lnTo>
                    <a:pt x="223" y="59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8292522" y="4674838"/>
              <a:ext cx="403442" cy="282230"/>
            </a:xfrm>
            <a:custGeom>
              <a:rect b="b" l="l" r="r" t="t"/>
              <a:pathLst>
                <a:path extrusionOk="0" h="1574" w="2250">
                  <a:moveTo>
                    <a:pt x="1991" y="1"/>
                  </a:moveTo>
                  <a:cubicBezTo>
                    <a:pt x="1970" y="1"/>
                    <a:pt x="1948" y="7"/>
                    <a:pt x="1927" y="7"/>
                  </a:cubicBezTo>
                  <a:cubicBezTo>
                    <a:pt x="1927" y="7"/>
                    <a:pt x="1918" y="7"/>
                    <a:pt x="1911" y="14"/>
                  </a:cubicBezTo>
                  <a:lnTo>
                    <a:pt x="1875" y="14"/>
                  </a:lnTo>
                  <a:cubicBezTo>
                    <a:pt x="1861" y="21"/>
                    <a:pt x="1848" y="21"/>
                    <a:pt x="1832" y="28"/>
                  </a:cubicBezTo>
                  <a:cubicBezTo>
                    <a:pt x="1754" y="44"/>
                    <a:pt x="1660" y="71"/>
                    <a:pt x="1560" y="114"/>
                  </a:cubicBezTo>
                  <a:cubicBezTo>
                    <a:pt x="1539" y="121"/>
                    <a:pt x="1516" y="130"/>
                    <a:pt x="1496" y="137"/>
                  </a:cubicBezTo>
                  <a:cubicBezTo>
                    <a:pt x="1480" y="144"/>
                    <a:pt x="1459" y="158"/>
                    <a:pt x="1437" y="164"/>
                  </a:cubicBezTo>
                  <a:lnTo>
                    <a:pt x="1430" y="164"/>
                  </a:lnTo>
                  <a:cubicBezTo>
                    <a:pt x="1409" y="180"/>
                    <a:pt x="1387" y="194"/>
                    <a:pt x="1366" y="201"/>
                  </a:cubicBezTo>
                  <a:cubicBezTo>
                    <a:pt x="1315" y="223"/>
                    <a:pt x="1265" y="251"/>
                    <a:pt x="1215" y="280"/>
                  </a:cubicBezTo>
                  <a:cubicBezTo>
                    <a:pt x="920" y="453"/>
                    <a:pt x="554" y="725"/>
                    <a:pt x="129" y="1156"/>
                  </a:cubicBezTo>
                  <a:lnTo>
                    <a:pt x="0" y="1574"/>
                  </a:lnTo>
                  <a:lnTo>
                    <a:pt x="2243" y="280"/>
                  </a:lnTo>
                  <a:lnTo>
                    <a:pt x="2250" y="273"/>
                  </a:lnTo>
                  <a:lnTo>
                    <a:pt x="2243" y="266"/>
                  </a:lnTo>
                  <a:lnTo>
                    <a:pt x="2243" y="21"/>
                  </a:lnTo>
                  <a:lnTo>
                    <a:pt x="2229" y="21"/>
                  </a:lnTo>
                  <a:cubicBezTo>
                    <a:pt x="2220" y="21"/>
                    <a:pt x="2220" y="14"/>
                    <a:pt x="2213" y="14"/>
                  </a:cubicBezTo>
                  <a:lnTo>
                    <a:pt x="2200" y="14"/>
                  </a:lnTo>
                  <a:cubicBezTo>
                    <a:pt x="2193" y="14"/>
                    <a:pt x="2186" y="7"/>
                    <a:pt x="2177" y="7"/>
                  </a:cubicBezTo>
                  <a:lnTo>
                    <a:pt x="2156" y="7"/>
                  </a:lnTo>
                  <a:cubicBezTo>
                    <a:pt x="2150" y="1"/>
                    <a:pt x="2143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8783291" y="4595942"/>
              <a:ext cx="40523" cy="97005"/>
            </a:xfrm>
            <a:custGeom>
              <a:rect b="b" l="l" r="r" t="t"/>
              <a:pathLst>
                <a:path extrusionOk="0" h="541" w="226">
                  <a:moveTo>
                    <a:pt x="225" y="1"/>
                  </a:moveTo>
                  <a:lnTo>
                    <a:pt x="1" y="130"/>
                  </a:lnTo>
                  <a:lnTo>
                    <a:pt x="9" y="425"/>
                  </a:lnTo>
                  <a:lnTo>
                    <a:pt x="9" y="541"/>
                  </a:lnTo>
                  <a:lnTo>
                    <a:pt x="116" y="397"/>
                  </a:lnTo>
                  <a:lnTo>
                    <a:pt x="225" y="411"/>
                  </a:lnTo>
                  <a:lnTo>
                    <a:pt x="225" y="303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8694533" y="4445323"/>
              <a:ext cx="402366" cy="278644"/>
            </a:xfrm>
            <a:custGeom>
              <a:rect b="b" l="l" r="r" t="t"/>
              <a:pathLst>
                <a:path extrusionOk="0" h="1554" w="2244">
                  <a:moveTo>
                    <a:pt x="2114" y="1"/>
                  </a:moveTo>
                  <a:cubicBezTo>
                    <a:pt x="2100" y="1"/>
                    <a:pt x="2085" y="1"/>
                    <a:pt x="2071" y="7"/>
                  </a:cubicBezTo>
                  <a:cubicBezTo>
                    <a:pt x="2035" y="7"/>
                    <a:pt x="2005" y="14"/>
                    <a:pt x="1978" y="21"/>
                  </a:cubicBezTo>
                  <a:cubicBezTo>
                    <a:pt x="1955" y="30"/>
                    <a:pt x="1935" y="30"/>
                    <a:pt x="1912" y="37"/>
                  </a:cubicBezTo>
                  <a:cubicBezTo>
                    <a:pt x="1898" y="37"/>
                    <a:pt x="1876" y="44"/>
                    <a:pt x="1855" y="51"/>
                  </a:cubicBezTo>
                  <a:cubicBezTo>
                    <a:pt x="1826" y="57"/>
                    <a:pt x="1798" y="64"/>
                    <a:pt x="1776" y="73"/>
                  </a:cubicBezTo>
                  <a:cubicBezTo>
                    <a:pt x="1747" y="80"/>
                    <a:pt x="1719" y="87"/>
                    <a:pt x="1690" y="94"/>
                  </a:cubicBezTo>
                  <a:cubicBezTo>
                    <a:pt x="1676" y="94"/>
                    <a:pt x="1653" y="101"/>
                    <a:pt x="1633" y="108"/>
                  </a:cubicBezTo>
                  <a:cubicBezTo>
                    <a:pt x="1590" y="123"/>
                    <a:pt x="1539" y="137"/>
                    <a:pt x="1496" y="159"/>
                  </a:cubicBezTo>
                  <a:cubicBezTo>
                    <a:pt x="1474" y="166"/>
                    <a:pt x="1453" y="173"/>
                    <a:pt x="1431" y="180"/>
                  </a:cubicBezTo>
                  <a:cubicBezTo>
                    <a:pt x="1417" y="187"/>
                    <a:pt x="1401" y="194"/>
                    <a:pt x="1381" y="202"/>
                  </a:cubicBezTo>
                  <a:cubicBezTo>
                    <a:pt x="1367" y="209"/>
                    <a:pt x="1338" y="216"/>
                    <a:pt x="1324" y="230"/>
                  </a:cubicBezTo>
                  <a:lnTo>
                    <a:pt x="1308" y="230"/>
                  </a:lnTo>
                  <a:cubicBezTo>
                    <a:pt x="1272" y="252"/>
                    <a:pt x="1229" y="266"/>
                    <a:pt x="1194" y="289"/>
                  </a:cubicBezTo>
                  <a:lnTo>
                    <a:pt x="1186" y="289"/>
                  </a:lnTo>
                  <a:cubicBezTo>
                    <a:pt x="1151" y="309"/>
                    <a:pt x="1115" y="332"/>
                    <a:pt x="1079" y="346"/>
                  </a:cubicBezTo>
                  <a:cubicBezTo>
                    <a:pt x="1056" y="359"/>
                    <a:pt x="1043" y="366"/>
                    <a:pt x="1022" y="382"/>
                  </a:cubicBezTo>
                  <a:cubicBezTo>
                    <a:pt x="339" y="777"/>
                    <a:pt x="14" y="1281"/>
                    <a:pt x="1" y="1301"/>
                  </a:cubicBezTo>
                  <a:lnTo>
                    <a:pt x="1" y="1546"/>
                  </a:lnTo>
                  <a:lnTo>
                    <a:pt x="8" y="1553"/>
                  </a:lnTo>
                  <a:lnTo>
                    <a:pt x="504" y="1265"/>
                  </a:lnTo>
                  <a:lnTo>
                    <a:pt x="496" y="970"/>
                  </a:lnTo>
                  <a:lnTo>
                    <a:pt x="720" y="841"/>
                  </a:lnTo>
                  <a:lnTo>
                    <a:pt x="720" y="1143"/>
                  </a:lnTo>
                  <a:lnTo>
                    <a:pt x="2243" y="266"/>
                  </a:lnTo>
                  <a:lnTo>
                    <a:pt x="2135" y="44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8694533" y="4722534"/>
              <a:ext cx="179" cy="1434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8694533" y="4722534"/>
              <a:ext cx="179" cy="1434"/>
            </a:xfrm>
            <a:custGeom>
              <a:rect b="b" l="l" r="r" t="t"/>
              <a:pathLst>
                <a:path extrusionOk="0" fill="none" h="8" w="1">
                  <a:moveTo>
                    <a:pt x="1" y="7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8392935" y="4255793"/>
              <a:ext cx="297830" cy="177873"/>
            </a:xfrm>
            <a:custGeom>
              <a:rect b="b" l="l" r="r" t="t"/>
              <a:pathLst>
                <a:path extrusionOk="0" fill="none" h="992" w="1661">
                  <a:moveTo>
                    <a:pt x="1660" y="0"/>
                  </a:moveTo>
                  <a:cubicBezTo>
                    <a:pt x="1338" y="79"/>
                    <a:pt x="1050" y="202"/>
                    <a:pt x="813" y="338"/>
                  </a:cubicBezTo>
                  <a:cubicBezTo>
                    <a:pt x="432" y="554"/>
                    <a:pt x="166" y="813"/>
                    <a:pt x="1" y="992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8169875" y="4566536"/>
              <a:ext cx="281154" cy="166397"/>
            </a:xfrm>
            <a:custGeom>
              <a:rect b="b" l="l" r="r" t="t"/>
              <a:pathLst>
                <a:path extrusionOk="0" fill="none" h="928" w="1568">
                  <a:moveTo>
                    <a:pt x="1" y="927"/>
                  </a:moveTo>
                  <a:cubicBezTo>
                    <a:pt x="325" y="618"/>
                    <a:pt x="612" y="417"/>
                    <a:pt x="857" y="273"/>
                  </a:cubicBezTo>
                  <a:cubicBezTo>
                    <a:pt x="1165" y="94"/>
                    <a:pt x="1403" y="28"/>
                    <a:pt x="1567" y="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36"/>
            <p:cNvGrpSpPr/>
            <p:nvPr/>
          </p:nvGrpSpPr>
          <p:grpSpPr>
            <a:xfrm>
              <a:off x="8166289" y="4124181"/>
              <a:ext cx="827509" cy="486285"/>
              <a:chOff x="2451109" y="1341282"/>
              <a:chExt cx="481923" cy="283201"/>
            </a:xfrm>
          </p:grpSpPr>
          <p:sp>
            <p:nvSpPr>
              <p:cNvPr id="699" name="Google Shape;699;p36"/>
              <p:cNvSpPr/>
              <p:nvPr/>
            </p:nvSpPr>
            <p:spPr>
              <a:xfrm>
                <a:off x="2451109" y="1341282"/>
                <a:ext cx="173346" cy="103694"/>
              </a:xfrm>
              <a:custGeom>
                <a:rect b="b" l="l" r="r" t="t"/>
                <a:pathLst>
                  <a:path extrusionOk="0" fill="none" h="993" w="1660">
                    <a:moveTo>
                      <a:pt x="1660" y="1"/>
                    </a:moveTo>
                    <a:cubicBezTo>
                      <a:pt x="1337" y="73"/>
                      <a:pt x="1049" y="196"/>
                      <a:pt x="811" y="339"/>
                    </a:cubicBezTo>
                    <a:cubicBezTo>
                      <a:pt x="431" y="555"/>
                      <a:pt x="164" y="807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6"/>
              <p:cNvSpPr/>
              <p:nvPr/>
            </p:nvSpPr>
            <p:spPr>
              <a:xfrm>
                <a:off x="2472725" y="1354127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1" y="0"/>
                    </a:moveTo>
                    <a:cubicBezTo>
                      <a:pt x="1337" y="73"/>
                      <a:pt x="1058" y="195"/>
                      <a:pt x="813" y="339"/>
                    </a:cubicBezTo>
                    <a:cubicBezTo>
                      <a:pt x="431" y="554"/>
                      <a:pt x="166" y="806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2547807" y="1366867"/>
                <a:ext cx="121029" cy="55659"/>
              </a:xfrm>
              <a:custGeom>
                <a:rect b="b" l="l" r="r" t="t"/>
                <a:pathLst>
                  <a:path extrusionOk="0" fill="none" h="533" w="1159">
                    <a:moveTo>
                      <a:pt x="1158" y="1"/>
                    </a:moveTo>
                    <a:cubicBezTo>
                      <a:pt x="827" y="73"/>
                      <a:pt x="547" y="196"/>
                      <a:pt x="302" y="339"/>
                    </a:cubicBezTo>
                    <a:cubicBezTo>
                      <a:pt x="196" y="403"/>
                      <a:pt x="94" y="468"/>
                      <a:pt x="1" y="53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6"/>
              <p:cNvSpPr/>
              <p:nvPr/>
            </p:nvSpPr>
            <p:spPr>
              <a:xfrm>
                <a:off x="2517002" y="1379711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2" y="0"/>
                    </a:moveTo>
                    <a:cubicBezTo>
                      <a:pt x="1338" y="73"/>
                      <a:pt x="1051" y="194"/>
                      <a:pt x="813" y="338"/>
                    </a:cubicBezTo>
                    <a:cubicBezTo>
                      <a:pt x="432" y="554"/>
                      <a:pt x="166" y="806"/>
                      <a:pt x="1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6"/>
              <p:cNvSpPr/>
              <p:nvPr/>
            </p:nvSpPr>
            <p:spPr>
              <a:xfrm>
                <a:off x="2538827" y="1392451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2" y="1"/>
                    </a:moveTo>
                    <a:cubicBezTo>
                      <a:pt x="1337" y="80"/>
                      <a:pt x="1058" y="194"/>
                      <a:pt x="813" y="339"/>
                    </a:cubicBezTo>
                    <a:cubicBezTo>
                      <a:pt x="432" y="555"/>
                      <a:pt x="166" y="805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2560652" y="1405295"/>
                <a:ext cx="174285" cy="103694"/>
              </a:xfrm>
              <a:custGeom>
                <a:rect b="b" l="l" r="r" t="t"/>
                <a:pathLst>
                  <a:path extrusionOk="0" fill="none" h="993" w="1669">
                    <a:moveTo>
                      <a:pt x="1668" y="0"/>
                    </a:moveTo>
                    <a:cubicBezTo>
                      <a:pt x="1337" y="78"/>
                      <a:pt x="1056" y="194"/>
                      <a:pt x="813" y="337"/>
                    </a:cubicBezTo>
                    <a:cubicBezTo>
                      <a:pt x="438" y="552"/>
                      <a:pt x="166" y="811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6"/>
              <p:cNvSpPr/>
              <p:nvPr/>
            </p:nvSpPr>
            <p:spPr>
              <a:xfrm>
                <a:off x="2604928" y="1430670"/>
                <a:ext cx="173345" cy="103694"/>
              </a:xfrm>
              <a:custGeom>
                <a:rect b="b" l="l" r="r" t="t"/>
                <a:pathLst>
                  <a:path extrusionOk="0" fill="none" h="993" w="1660">
                    <a:moveTo>
                      <a:pt x="1660" y="1"/>
                    </a:moveTo>
                    <a:cubicBezTo>
                      <a:pt x="1337" y="80"/>
                      <a:pt x="1056" y="202"/>
                      <a:pt x="813" y="339"/>
                    </a:cubicBezTo>
                    <a:cubicBezTo>
                      <a:pt x="432" y="554"/>
                      <a:pt x="166" y="813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6"/>
              <p:cNvSpPr/>
              <p:nvPr/>
            </p:nvSpPr>
            <p:spPr>
              <a:xfrm>
                <a:off x="2679174" y="1443515"/>
                <a:ext cx="121655" cy="57120"/>
              </a:xfrm>
              <a:custGeom>
                <a:rect b="b" l="l" r="r" t="t"/>
                <a:pathLst>
                  <a:path extrusionOk="0" fill="none" h="547" w="1165">
                    <a:moveTo>
                      <a:pt x="1165" y="0"/>
                    </a:moveTo>
                    <a:cubicBezTo>
                      <a:pt x="835" y="79"/>
                      <a:pt x="554" y="202"/>
                      <a:pt x="309" y="338"/>
                    </a:cubicBezTo>
                    <a:cubicBezTo>
                      <a:pt x="195" y="402"/>
                      <a:pt x="93" y="474"/>
                      <a:pt x="0" y="547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6"/>
              <p:cNvSpPr/>
              <p:nvPr/>
            </p:nvSpPr>
            <p:spPr>
              <a:xfrm>
                <a:off x="2648369" y="1456255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8" y="1"/>
                    </a:moveTo>
                    <a:cubicBezTo>
                      <a:pt x="1346" y="80"/>
                      <a:pt x="1058" y="202"/>
                      <a:pt x="820" y="339"/>
                    </a:cubicBezTo>
                    <a:cubicBezTo>
                      <a:pt x="440" y="554"/>
                      <a:pt x="173" y="813"/>
                      <a:pt x="0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6"/>
              <p:cNvSpPr/>
              <p:nvPr/>
            </p:nvSpPr>
            <p:spPr>
              <a:xfrm>
                <a:off x="2670820" y="1468995"/>
                <a:ext cx="173659" cy="104425"/>
              </a:xfrm>
              <a:custGeom>
                <a:rect b="b" l="l" r="r" t="t"/>
                <a:pathLst>
                  <a:path extrusionOk="0" fill="none" h="1000" w="1663">
                    <a:moveTo>
                      <a:pt x="1662" y="1"/>
                    </a:moveTo>
                    <a:cubicBezTo>
                      <a:pt x="1338" y="80"/>
                      <a:pt x="1058" y="201"/>
                      <a:pt x="813" y="339"/>
                    </a:cubicBezTo>
                    <a:cubicBezTo>
                      <a:pt x="432" y="555"/>
                      <a:pt x="166" y="814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6"/>
              <p:cNvSpPr/>
              <p:nvPr/>
            </p:nvSpPr>
            <p:spPr>
              <a:xfrm>
                <a:off x="2692645" y="1481839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9" y="0"/>
                    </a:moveTo>
                    <a:cubicBezTo>
                      <a:pt x="1338" y="78"/>
                      <a:pt x="1058" y="201"/>
                      <a:pt x="813" y="337"/>
                    </a:cubicBezTo>
                    <a:cubicBezTo>
                      <a:pt x="439" y="561"/>
                      <a:pt x="166" y="811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6"/>
              <p:cNvSpPr/>
              <p:nvPr/>
            </p:nvSpPr>
            <p:spPr>
              <a:xfrm>
                <a:off x="2767101" y="1494474"/>
                <a:ext cx="121655" cy="56494"/>
              </a:xfrm>
              <a:custGeom>
                <a:rect b="b" l="l" r="r" t="t"/>
                <a:pathLst>
                  <a:path extrusionOk="0" fill="none" h="541" w="1165">
                    <a:moveTo>
                      <a:pt x="1164" y="0"/>
                    </a:moveTo>
                    <a:cubicBezTo>
                      <a:pt x="840" y="80"/>
                      <a:pt x="554" y="202"/>
                      <a:pt x="316" y="338"/>
                    </a:cubicBezTo>
                    <a:cubicBezTo>
                      <a:pt x="200" y="404"/>
                      <a:pt x="93" y="475"/>
                      <a:pt x="0" y="54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6"/>
              <p:cNvSpPr/>
              <p:nvPr/>
            </p:nvSpPr>
            <p:spPr>
              <a:xfrm>
                <a:off x="2736922" y="1507214"/>
                <a:ext cx="173659" cy="104425"/>
              </a:xfrm>
              <a:custGeom>
                <a:rect b="b" l="l" r="r" t="t"/>
                <a:pathLst>
                  <a:path extrusionOk="0" fill="none" h="1000" w="1663">
                    <a:moveTo>
                      <a:pt x="1662" y="1"/>
                    </a:moveTo>
                    <a:cubicBezTo>
                      <a:pt x="1338" y="80"/>
                      <a:pt x="1058" y="203"/>
                      <a:pt x="813" y="339"/>
                    </a:cubicBezTo>
                    <a:cubicBezTo>
                      <a:pt x="432" y="561"/>
                      <a:pt x="167" y="813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6"/>
              <p:cNvSpPr/>
              <p:nvPr/>
            </p:nvSpPr>
            <p:spPr>
              <a:xfrm>
                <a:off x="2758747" y="1520059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9" y="0"/>
                    </a:moveTo>
                    <a:cubicBezTo>
                      <a:pt x="1338" y="80"/>
                      <a:pt x="1056" y="202"/>
                      <a:pt x="813" y="338"/>
                    </a:cubicBezTo>
                    <a:cubicBezTo>
                      <a:pt x="439" y="561"/>
                      <a:pt x="166" y="813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3" name="Google Shape;713;p36"/>
            <p:cNvSpPr/>
            <p:nvPr/>
          </p:nvSpPr>
          <p:spPr>
            <a:xfrm>
              <a:off x="8048662" y="4260097"/>
              <a:ext cx="68495" cy="78357"/>
            </a:xfrm>
            <a:custGeom>
              <a:rect b="b" l="l" r="r" t="t"/>
              <a:pathLst>
                <a:path extrusionOk="0" h="437" w="382">
                  <a:moveTo>
                    <a:pt x="198" y="0"/>
                  </a:moveTo>
                  <a:cubicBezTo>
                    <a:pt x="190" y="0"/>
                    <a:pt x="185" y="2"/>
                    <a:pt x="182" y="5"/>
                  </a:cubicBezTo>
                  <a:cubicBezTo>
                    <a:pt x="152" y="5"/>
                    <a:pt x="123" y="12"/>
                    <a:pt x="102" y="28"/>
                  </a:cubicBezTo>
                  <a:cubicBezTo>
                    <a:pt x="96" y="35"/>
                    <a:pt x="80" y="42"/>
                    <a:pt x="66" y="55"/>
                  </a:cubicBezTo>
                  <a:cubicBezTo>
                    <a:pt x="44" y="78"/>
                    <a:pt x="37" y="92"/>
                    <a:pt x="30" y="99"/>
                  </a:cubicBezTo>
                  <a:cubicBezTo>
                    <a:pt x="23" y="114"/>
                    <a:pt x="23" y="114"/>
                    <a:pt x="23" y="128"/>
                  </a:cubicBezTo>
                  <a:cubicBezTo>
                    <a:pt x="16" y="135"/>
                    <a:pt x="16" y="142"/>
                    <a:pt x="16" y="149"/>
                  </a:cubicBezTo>
                  <a:cubicBezTo>
                    <a:pt x="9" y="171"/>
                    <a:pt x="1" y="185"/>
                    <a:pt x="1" y="207"/>
                  </a:cubicBezTo>
                  <a:lnTo>
                    <a:pt x="1" y="214"/>
                  </a:lnTo>
                  <a:lnTo>
                    <a:pt x="1" y="221"/>
                  </a:lnTo>
                  <a:cubicBezTo>
                    <a:pt x="1" y="221"/>
                    <a:pt x="1" y="228"/>
                    <a:pt x="9" y="235"/>
                  </a:cubicBezTo>
                  <a:lnTo>
                    <a:pt x="9" y="250"/>
                  </a:lnTo>
                  <a:lnTo>
                    <a:pt x="9" y="257"/>
                  </a:lnTo>
                  <a:cubicBezTo>
                    <a:pt x="16" y="257"/>
                    <a:pt x="16" y="264"/>
                    <a:pt x="16" y="264"/>
                  </a:cubicBezTo>
                  <a:lnTo>
                    <a:pt x="16" y="271"/>
                  </a:lnTo>
                  <a:lnTo>
                    <a:pt x="16" y="278"/>
                  </a:lnTo>
                  <a:cubicBezTo>
                    <a:pt x="23" y="278"/>
                    <a:pt x="23" y="278"/>
                    <a:pt x="23" y="287"/>
                  </a:cubicBezTo>
                  <a:cubicBezTo>
                    <a:pt x="30" y="293"/>
                    <a:pt x="37" y="307"/>
                    <a:pt x="44" y="314"/>
                  </a:cubicBezTo>
                  <a:cubicBezTo>
                    <a:pt x="52" y="321"/>
                    <a:pt x="59" y="330"/>
                    <a:pt x="59" y="330"/>
                  </a:cubicBezTo>
                  <a:cubicBezTo>
                    <a:pt x="66" y="337"/>
                    <a:pt x="73" y="337"/>
                    <a:pt x="80" y="344"/>
                  </a:cubicBezTo>
                  <a:cubicBezTo>
                    <a:pt x="130" y="373"/>
                    <a:pt x="189" y="407"/>
                    <a:pt x="246" y="437"/>
                  </a:cubicBezTo>
                  <a:lnTo>
                    <a:pt x="182" y="350"/>
                  </a:lnTo>
                  <a:lnTo>
                    <a:pt x="246" y="171"/>
                  </a:lnTo>
                  <a:lnTo>
                    <a:pt x="382" y="92"/>
                  </a:lnTo>
                  <a:lnTo>
                    <a:pt x="268" y="19"/>
                  </a:lnTo>
                  <a:cubicBezTo>
                    <a:pt x="246" y="12"/>
                    <a:pt x="239" y="5"/>
                    <a:pt x="225" y="5"/>
                  </a:cubicBezTo>
                  <a:cubicBezTo>
                    <a:pt x="214" y="2"/>
                    <a:pt x="205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8081117" y="4290759"/>
              <a:ext cx="40165" cy="47696"/>
            </a:xfrm>
            <a:custGeom>
              <a:rect b="b" l="l" r="r" t="t"/>
              <a:pathLst>
                <a:path extrusionOk="0" h="266" w="224">
                  <a:moveTo>
                    <a:pt x="65" y="0"/>
                  </a:moveTo>
                  <a:lnTo>
                    <a:pt x="1" y="179"/>
                  </a:lnTo>
                  <a:lnTo>
                    <a:pt x="158" y="266"/>
                  </a:lnTo>
                  <a:lnTo>
                    <a:pt x="223" y="8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8109269" y="4306179"/>
              <a:ext cx="511923" cy="322395"/>
            </a:xfrm>
            <a:custGeom>
              <a:rect b="b" l="l" r="r" t="t"/>
              <a:pathLst>
                <a:path extrusionOk="0" h="1798" w="2855">
                  <a:moveTo>
                    <a:pt x="66" y="0"/>
                  </a:moveTo>
                  <a:lnTo>
                    <a:pt x="1" y="180"/>
                  </a:lnTo>
                  <a:lnTo>
                    <a:pt x="1" y="187"/>
                  </a:lnTo>
                  <a:lnTo>
                    <a:pt x="51" y="216"/>
                  </a:lnTo>
                  <a:lnTo>
                    <a:pt x="2790" y="1798"/>
                  </a:lnTo>
                  <a:lnTo>
                    <a:pt x="2854" y="1617"/>
                  </a:lnTo>
                  <a:lnTo>
                    <a:pt x="173" y="6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8121103" y="4291835"/>
              <a:ext cx="526088" cy="304285"/>
            </a:xfrm>
            <a:custGeom>
              <a:rect b="b" l="l" r="r" t="t"/>
              <a:pathLst>
                <a:path extrusionOk="0" h="1697" w="2934">
                  <a:moveTo>
                    <a:pt x="137" y="1"/>
                  </a:moveTo>
                  <a:lnTo>
                    <a:pt x="114" y="15"/>
                  </a:lnTo>
                  <a:lnTo>
                    <a:pt x="0" y="80"/>
                  </a:lnTo>
                  <a:lnTo>
                    <a:pt x="107" y="144"/>
                  </a:lnTo>
                  <a:lnTo>
                    <a:pt x="2788" y="1697"/>
                  </a:lnTo>
                  <a:lnTo>
                    <a:pt x="2933" y="161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8092593" y="4276414"/>
              <a:ext cx="53075" cy="29944"/>
            </a:xfrm>
            <a:custGeom>
              <a:rect b="b" l="l" r="r" t="t"/>
              <a:pathLst>
                <a:path extrusionOk="0" h="167" w="296">
                  <a:moveTo>
                    <a:pt x="137" y="1"/>
                  </a:moveTo>
                  <a:lnTo>
                    <a:pt x="1" y="80"/>
                  </a:lnTo>
                  <a:lnTo>
                    <a:pt x="159" y="166"/>
                  </a:lnTo>
                  <a:lnTo>
                    <a:pt x="273" y="101"/>
                  </a:lnTo>
                  <a:lnTo>
                    <a:pt x="296" y="87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8671402" y="4625708"/>
              <a:ext cx="48413" cy="37655"/>
            </a:xfrm>
            <a:custGeom>
              <a:rect b="b" l="l" r="r" t="t"/>
              <a:pathLst>
                <a:path extrusionOk="0" h="210" w="270">
                  <a:moveTo>
                    <a:pt x="107" y="0"/>
                  </a:moveTo>
                  <a:cubicBezTo>
                    <a:pt x="107" y="0"/>
                    <a:pt x="0" y="50"/>
                    <a:pt x="14" y="173"/>
                  </a:cubicBezTo>
                  <a:cubicBezTo>
                    <a:pt x="100" y="195"/>
                    <a:pt x="180" y="209"/>
                    <a:pt x="202" y="209"/>
                  </a:cubicBezTo>
                  <a:cubicBezTo>
                    <a:pt x="207" y="210"/>
                    <a:pt x="211" y="210"/>
                    <a:pt x="215" y="210"/>
                  </a:cubicBezTo>
                  <a:cubicBezTo>
                    <a:pt x="261" y="210"/>
                    <a:pt x="270" y="176"/>
                    <a:pt x="237" y="137"/>
                  </a:cubicBezTo>
                  <a:cubicBezTo>
                    <a:pt x="216" y="116"/>
                    <a:pt x="166" y="66"/>
                    <a:pt x="107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8609540" y="4582136"/>
              <a:ext cx="81226" cy="74592"/>
            </a:xfrm>
            <a:custGeom>
              <a:rect b="b" l="l" r="r" t="t"/>
              <a:pathLst>
                <a:path extrusionOk="0" h="416" w="453">
                  <a:moveTo>
                    <a:pt x="209" y="0"/>
                  </a:moveTo>
                  <a:lnTo>
                    <a:pt x="64" y="78"/>
                  </a:lnTo>
                  <a:lnTo>
                    <a:pt x="0" y="259"/>
                  </a:lnTo>
                  <a:lnTo>
                    <a:pt x="73" y="359"/>
                  </a:lnTo>
                  <a:cubicBezTo>
                    <a:pt x="73" y="359"/>
                    <a:pt x="223" y="388"/>
                    <a:pt x="359" y="416"/>
                  </a:cubicBezTo>
                  <a:cubicBezTo>
                    <a:pt x="345" y="293"/>
                    <a:pt x="452" y="243"/>
                    <a:pt x="452" y="243"/>
                  </a:cubicBezTo>
                  <a:cubicBezTo>
                    <a:pt x="338" y="136"/>
                    <a:pt x="209" y="0"/>
                    <a:pt x="20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8673912" y="4656549"/>
              <a:ext cx="179" cy="17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8673912" y="4656549"/>
              <a:ext cx="179" cy="179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36"/>
            <p:cNvGrpSpPr/>
            <p:nvPr/>
          </p:nvGrpSpPr>
          <p:grpSpPr>
            <a:xfrm>
              <a:off x="7829726" y="4351365"/>
              <a:ext cx="772282" cy="469071"/>
              <a:chOff x="2255103" y="1473589"/>
              <a:chExt cx="449760" cy="273176"/>
            </a:xfrm>
          </p:grpSpPr>
          <p:sp>
            <p:nvSpPr>
              <p:cNvPr id="723" name="Google Shape;723;p36"/>
              <p:cNvSpPr/>
              <p:nvPr/>
            </p:nvSpPr>
            <p:spPr>
              <a:xfrm>
                <a:off x="2276823" y="1473589"/>
                <a:ext cx="108915" cy="57016"/>
              </a:xfrm>
              <a:custGeom>
                <a:rect b="b" l="l" r="r" t="t"/>
                <a:pathLst>
                  <a:path extrusionOk="0" fill="none" h="546" w="1043">
                    <a:moveTo>
                      <a:pt x="1" y="545"/>
                    </a:moveTo>
                    <a:cubicBezTo>
                      <a:pt x="160" y="425"/>
                      <a:pt x="303" y="330"/>
                      <a:pt x="432" y="252"/>
                    </a:cubicBezTo>
                    <a:cubicBezTo>
                      <a:pt x="684" y="107"/>
                      <a:pt x="884" y="36"/>
                      <a:pt x="1043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6"/>
              <p:cNvSpPr/>
              <p:nvPr/>
            </p:nvSpPr>
            <p:spPr>
              <a:xfrm>
                <a:off x="2255103" y="1486329"/>
                <a:ext cx="152460" cy="93774"/>
              </a:xfrm>
              <a:custGeom>
                <a:rect b="b" l="l" r="r" t="t"/>
                <a:pathLst>
                  <a:path extrusionOk="0" fill="none" h="898" w="1460">
                    <a:moveTo>
                      <a:pt x="0" y="898"/>
                    </a:moveTo>
                    <a:cubicBezTo>
                      <a:pt x="325" y="596"/>
                      <a:pt x="611" y="389"/>
                      <a:pt x="856" y="251"/>
                    </a:cubicBezTo>
                    <a:cubicBezTo>
                      <a:pt x="1101" y="108"/>
                      <a:pt x="1301" y="35"/>
                      <a:pt x="146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6"/>
              <p:cNvSpPr/>
              <p:nvPr/>
            </p:nvSpPr>
            <p:spPr>
              <a:xfrm>
                <a:off x="2298648" y="1509616"/>
                <a:ext cx="163738" cy="96071"/>
              </a:xfrm>
              <a:custGeom>
                <a:rect b="b" l="l" r="r" t="t"/>
                <a:pathLst>
                  <a:path extrusionOk="0" fill="none" h="920" w="1568">
                    <a:moveTo>
                      <a:pt x="1" y="920"/>
                    </a:moveTo>
                    <a:cubicBezTo>
                      <a:pt x="330" y="618"/>
                      <a:pt x="618" y="409"/>
                      <a:pt x="856" y="273"/>
                    </a:cubicBezTo>
                    <a:cubicBezTo>
                      <a:pt x="1165" y="93"/>
                      <a:pt x="1402" y="21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6"/>
              <p:cNvSpPr/>
              <p:nvPr/>
            </p:nvSpPr>
            <p:spPr>
              <a:xfrm>
                <a:off x="2321204" y="1522356"/>
                <a:ext cx="163634" cy="96175"/>
              </a:xfrm>
              <a:custGeom>
                <a:rect b="b" l="l" r="r" t="t"/>
                <a:pathLst>
                  <a:path extrusionOk="0" fill="none" h="921" w="1567">
                    <a:moveTo>
                      <a:pt x="0" y="920"/>
                    </a:moveTo>
                    <a:cubicBezTo>
                      <a:pt x="323" y="618"/>
                      <a:pt x="611" y="409"/>
                      <a:pt x="856" y="273"/>
                    </a:cubicBezTo>
                    <a:cubicBezTo>
                      <a:pt x="1165" y="94"/>
                      <a:pt x="1401" y="21"/>
                      <a:pt x="1567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6"/>
              <p:cNvSpPr/>
              <p:nvPr/>
            </p:nvSpPr>
            <p:spPr>
              <a:xfrm>
                <a:off x="2390856" y="1534991"/>
                <a:ext cx="115807" cy="56494"/>
              </a:xfrm>
              <a:custGeom>
                <a:rect b="b" l="l" r="r" t="t"/>
                <a:pathLst>
                  <a:path extrusionOk="0" fill="none" h="541" w="1109">
                    <a:moveTo>
                      <a:pt x="1" y="540"/>
                    </a:moveTo>
                    <a:cubicBezTo>
                      <a:pt x="146" y="432"/>
                      <a:pt x="275" y="345"/>
                      <a:pt x="396" y="275"/>
                    </a:cubicBezTo>
                    <a:cubicBezTo>
                      <a:pt x="707" y="95"/>
                      <a:pt x="943" y="23"/>
                      <a:pt x="110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6"/>
              <p:cNvSpPr/>
              <p:nvPr/>
            </p:nvSpPr>
            <p:spPr>
              <a:xfrm>
                <a:off x="2364645" y="1547731"/>
                <a:ext cx="163843" cy="97011"/>
              </a:xfrm>
              <a:custGeom>
                <a:rect b="b" l="l" r="r" t="t"/>
                <a:pathLst>
                  <a:path extrusionOk="0" fill="none" h="929" w="1569">
                    <a:moveTo>
                      <a:pt x="0" y="929"/>
                    </a:moveTo>
                    <a:cubicBezTo>
                      <a:pt x="331" y="620"/>
                      <a:pt x="619" y="418"/>
                      <a:pt x="856" y="275"/>
                    </a:cubicBezTo>
                    <a:cubicBezTo>
                      <a:pt x="1165" y="94"/>
                      <a:pt x="1403" y="23"/>
                      <a:pt x="1568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6"/>
              <p:cNvSpPr/>
              <p:nvPr/>
            </p:nvSpPr>
            <p:spPr>
              <a:xfrm>
                <a:off x="2387097" y="1560576"/>
                <a:ext cx="163843" cy="97011"/>
              </a:xfrm>
              <a:custGeom>
                <a:rect b="b" l="l" r="r" t="t"/>
                <a:pathLst>
                  <a:path extrusionOk="0" fill="none" h="929" w="1569">
                    <a:moveTo>
                      <a:pt x="1" y="928"/>
                    </a:moveTo>
                    <a:cubicBezTo>
                      <a:pt x="325" y="618"/>
                      <a:pt x="613" y="418"/>
                      <a:pt x="856" y="273"/>
                    </a:cubicBezTo>
                    <a:cubicBezTo>
                      <a:pt x="1165" y="94"/>
                      <a:pt x="1403" y="23"/>
                      <a:pt x="156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6"/>
              <p:cNvSpPr/>
              <p:nvPr/>
            </p:nvSpPr>
            <p:spPr>
              <a:xfrm>
                <a:off x="2408921" y="1573316"/>
                <a:ext cx="163843" cy="96906"/>
              </a:xfrm>
              <a:custGeom>
                <a:rect b="b" l="l" r="r" t="t"/>
                <a:pathLst>
                  <a:path extrusionOk="0" fill="none" h="928" w="1569">
                    <a:moveTo>
                      <a:pt x="1" y="927"/>
                    </a:moveTo>
                    <a:cubicBezTo>
                      <a:pt x="332" y="618"/>
                      <a:pt x="611" y="418"/>
                      <a:pt x="856" y="273"/>
                    </a:cubicBezTo>
                    <a:cubicBezTo>
                      <a:pt x="1165" y="94"/>
                      <a:pt x="1403" y="22"/>
                      <a:pt x="1569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6"/>
              <p:cNvSpPr/>
              <p:nvPr/>
            </p:nvSpPr>
            <p:spPr>
              <a:xfrm>
                <a:off x="2430746" y="1586160"/>
                <a:ext cx="163634" cy="96802"/>
              </a:xfrm>
              <a:custGeom>
                <a:rect b="b" l="l" r="r" t="t"/>
                <a:pathLst>
                  <a:path extrusionOk="0" fill="none" h="927" w="1567">
                    <a:moveTo>
                      <a:pt x="0" y="927"/>
                    </a:moveTo>
                    <a:cubicBezTo>
                      <a:pt x="331" y="618"/>
                      <a:pt x="618" y="416"/>
                      <a:pt x="856" y="273"/>
                    </a:cubicBezTo>
                    <a:cubicBezTo>
                      <a:pt x="1165" y="93"/>
                      <a:pt x="1403" y="28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36"/>
              <p:cNvSpPr/>
              <p:nvPr/>
            </p:nvSpPr>
            <p:spPr>
              <a:xfrm>
                <a:off x="2475023" y="1613833"/>
                <a:ext cx="153191" cy="94713"/>
              </a:xfrm>
              <a:custGeom>
                <a:rect b="b" l="l" r="r" t="t"/>
                <a:pathLst>
                  <a:path extrusionOk="0" fill="none" h="907" w="1467">
                    <a:moveTo>
                      <a:pt x="1" y="907"/>
                    </a:moveTo>
                    <a:cubicBezTo>
                      <a:pt x="332" y="598"/>
                      <a:pt x="611" y="396"/>
                      <a:pt x="856" y="253"/>
                    </a:cubicBezTo>
                    <a:cubicBezTo>
                      <a:pt x="1108" y="108"/>
                      <a:pt x="1308" y="37"/>
                      <a:pt x="1467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6"/>
              <p:cNvSpPr/>
              <p:nvPr/>
            </p:nvSpPr>
            <p:spPr>
              <a:xfrm>
                <a:off x="2547076" y="1624380"/>
                <a:ext cx="113406" cy="54823"/>
              </a:xfrm>
              <a:custGeom>
                <a:rect b="b" l="l" r="r" t="t"/>
                <a:pathLst>
                  <a:path extrusionOk="0" fill="none" h="525" w="1086">
                    <a:moveTo>
                      <a:pt x="1" y="524"/>
                    </a:moveTo>
                    <a:cubicBezTo>
                      <a:pt x="137" y="424"/>
                      <a:pt x="259" y="345"/>
                      <a:pt x="375" y="274"/>
                    </a:cubicBezTo>
                    <a:cubicBezTo>
                      <a:pt x="684" y="93"/>
                      <a:pt x="920" y="29"/>
                      <a:pt x="108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6"/>
              <p:cNvSpPr/>
              <p:nvPr/>
            </p:nvSpPr>
            <p:spPr>
              <a:xfrm>
                <a:off x="2519404" y="1639417"/>
                <a:ext cx="152460" cy="94713"/>
              </a:xfrm>
              <a:custGeom>
                <a:rect b="b" l="l" r="r" t="t"/>
                <a:pathLst>
                  <a:path extrusionOk="0" fill="none" h="907" w="1460">
                    <a:moveTo>
                      <a:pt x="0" y="907"/>
                    </a:moveTo>
                    <a:cubicBezTo>
                      <a:pt x="323" y="605"/>
                      <a:pt x="611" y="396"/>
                      <a:pt x="856" y="251"/>
                    </a:cubicBezTo>
                    <a:cubicBezTo>
                      <a:pt x="1099" y="108"/>
                      <a:pt x="1308" y="35"/>
                      <a:pt x="1459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6"/>
              <p:cNvSpPr/>
              <p:nvPr/>
            </p:nvSpPr>
            <p:spPr>
              <a:xfrm>
                <a:off x="2541124" y="1649964"/>
                <a:ext cx="163738" cy="96802"/>
              </a:xfrm>
              <a:custGeom>
                <a:rect b="b" l="l" r="r" t="t"/>
                <a:pathLst>
                  <a:path extrusionOk="0" fill="none" h="927" w="1568">
                    <a:moveTo>
                      <a:pt x="1" y="926"/>
                    </a:moveTo>
                    <a:cubicBezTo>
                      <a:pt x="330" y="624"/>
                      <a:pt x="611" y="417"/>
                      <a:pt x="855" y="273"/>
                    </a:cubicBezTo>
                    <a:cubicBezTo>
                      <a:pt x="1165" y="100"/>
                      <a:pt x="1402" y="29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6" name="Google Shape;736;p36"/>
            <p:cNvSpPr/>
            <p:nvPr/>
          </p:nvSpPr>
          <p:spPr>
            <a:xfrm>
              <a:off x="8109269" y="4339531"/>
              <a:ext cx="513357" cy="306974"/>
            </a:xfrm>
            <a:custGeom>
              <a:rect b="b" l="l" r="r" t="t"/>
              <a:pathLst>
                <a:path extrusionOk="0" h="1712" w="2863">
                  <a:moveTo>
                    <a:pt x="1" y="1"/>
                  </a:moveTo>
                  <a:lnTo>
                    <a:pt x="23" y="37"/>
                  </a:lnTo>
                  <a:lnTo>
                    <a:pt x="66" y="94"/>
                  </a:lnTo>
                  <a:lnTo>
                    <a:pt x="2863" y="1712"/>
                  </a:lnTo>
                  <a:lnTo>
                    <a:pt x="2790" y="1612"/>
                  </a:lnTo>
                  <a:lnTo>
                    <a:pt x="51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081117" y="4322855"/>
              <a:ext cx="40165" cy="33531"/>
            </a:xfrm>
            <a:custGeom>
              <a:rect b="b" l="l" r="r" t="t"/>
              <a:pathLst>
                <a:path extrusionOk="0" h="187" w="224">
                  <a:moveTo>
                    <a:pt x="1" y="0"/>
                  </a:moveTo>
                  <a:lnTo>
                    <a:pt x="65" y="87"/>
                  </a:lnTo>
                  <a:lnTo>
                    <a:pt x="72" y="100"/>
                  </a:lnTo>
                  <a:lnTo>
                    <a:pt x="223" y="187"/>
                  </a:lnTo>
                  <a:lnTo>
                    <a:pt x="223" y="187"/>
                  </a:lnTo>
                  <a:lnTo>
                    <a:pt x="180" y="130"/>
                  </a:lnTo>
                  <a:lnTo>
                    <a:pt x="158" y="94"/>
                  </a:lnTo>
                  <a:lnTo>
                    <a:pt x="158" y="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7"/>
          <p:cNvSpPr txBox="1"/>
          <p:nvPr>
            <p:ph type="title"/>
          </p:nvPr>
        </p:nvSpPr>
        <p:spPr>
          <a:xfrm>
            <a:off x="863325" y="447953"/>
            <a:ext cx="3552600" cy="5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Live Demonstration</a:t>
            </a:r>
            <a:endParaRPr sz="2400"/>
          </a:p>
        </p:txBody>
      </p:sp>
      <p:sp>
        <p:nvSpPr>
          <p:cNvPr id="743" name="Google Shape;743;p37"/>
          <p:cNvSpPr txBox="1"/>
          <p:nvPr>
            <p:ph idx="1" type="subTitle"/>
          </p:nvPr>
        </p:nvSpPr>
        <p:spPr>
          <a:xfrm>
            <a:off x="967900" y="1151900"/>
            <a:ext cx="7623300" cy="3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 workflow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→ View → Search → Analyze → Budget → Remove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data: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 — $45.50 — Food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 Pass — $20.00 — Transportation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— $30.00 — Entertainment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— $200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4" name="Google Shape;744;p37"/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745" name="Google Shape;745;p37"/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746" name="Google Shape;746;p37"/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7"/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8" name="Google Shape;748;p37"/>
            <p:cNvSpPr/>
            <p:nvPr/>
          </p:nvSpPr>
          <p:spPr>
            <a:xfrm>
              <a:off x="6742465" y="4422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8"/>
          <p:cNvSpPr txBox="1"/>
          <p:nvPr>
            <p:ph type="title"/>
          </p:nvPr>
        </p:nvSpPr>
        <p:spPr>
          <a:xfrm>
            <a:off x="863325" y="447953"/>
            <a:ext cx="3552600" cy="5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Live Demonstration</a:t>
            </a:r>
            <a:endParaRPr sz="2400"/>
          </a:p>
        </p:txBody>
      </p:sp>
      <p:sp>
        <p:nvSpPr>
          <p:cNvPr id="754" name="Google Shape;754;p38"/>
          <p:cNvSpPr txBox="1"/>
          <p:nvPr>
            <p:ph idx="1" type="subTitle"/>
          </p:nvPr>
        </p:nvSpPr>
        <p:spPr>
          <a:xfrm>
            <a:off x="967900" y="1151900"/>
            <a:ext cx="7623300" cy="3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Went Right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Modular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main.py handles interaction while expense_manager.py handles expense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Validation &amp; Program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application validates input and maintains expenses/budget throughout the session.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5" name="Google Shape;755;p38"/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756" name="Google Shape;756;p38"/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757" name="Google Shape;757;p38"/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9" name="Google Shape;759;p38"/>
            <p:cNvSpPr/>
            <p:nvPr/>
          </p:nvSpPr>
          <p:spPr>
            <a:xfrm>
              <a:off x="6742465" y="4422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9"/>
          <p:cNvSpPr txBox="1"/>
          <p:nvPr>
            <p:ph type="title"/>
          </p:nvPr>
        </p:nvSpPr>
        <p:spPr>
          <a:xfrm>
            <a:off x="1031300" y="207978"/>
            <a:ext cx="3552600" cy="56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Current Limitations </a:t>
            </a:r>
            <a:endParaRPr sz="2300"/>
          </a:p>
        </p:txBody>
      </p:sp>
      <p:sp>
        <p:nvSpPr>
          <p:cNvPr id="765" name="Google Shape;765;p39"/>
          <p:cNvSpPr txBox="1"/>
          <p:nvPr>
            <p:ph idx="1" type="subTitle"/>
          </p:nvPr>
        </p:nvSpPr>
        <p:spPr>
          <a:xfrm>
            <a:off x="1031300" y="911925"/>
            <a:ext cx="7975200" cy="37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No Persistent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Expenses disappear when the program closes.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improvement: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expenses and budget information using JSON or a database.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Limited Testing &amp; Scalability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current application relies primarily on interactive testing.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improvement: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automated tests and stronger financial-data handling.</a:t>
            </a:r>
            <a:endParaRPr/>
          </a:p>
        </p:txBody>
      </p:sp>
      <p:grpSp>
        <p:nvGrpSpPr>
          <p:cNvPr id="766" name="Google Shape;766;p39"/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767" name="Google Shape;767;p39"/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768" name="Google Shape;768;p39"/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9"/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0" name="Google Shape;770;p39"/>
            <p:cNvSpPr/>
            <p:nvPr/>
          </p:nvSpPr>
          <p:spPr>
            <a:xfrm>
              <a:off x="6742465" y="4422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"/>
          <p:cNvSpPr txBox="1"/>
          <p:nvPr>
            <p:ph type="title"/>
          </p:nvPr>
        </p:nvSpPr>
        <p:spPr>
          <a:xfrm>
            <a:off x="4120650" y="398446"/>
            <a:ext cx="4185000" cy="54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Risk</a:t>
            </a:r>
            <a:endParaRPr sz="5700"/>
          </a:p>
        </p:txBody>
      </p:sp>
      <p:sp>
        <p:nvSpPr>
          <p:cNvPr id="776" name="Google Shape;776;p40"/>
          <p:cNvSpPr txBox="1"/>
          <p:nvPr>
            <p:ph idx="1" type="subTitle"/>
          </p:nvPr>
        </p:nvSpPr>
        <p:spPr>
          <a:xfrm>
            <a:off x="687925" y="1310075"/>
            <a:ext cx="77592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Risk</a:t>
            </a:r>
            <a:r>
              <a:rPr lang="en"/>
              <a:t>: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change to one feature can unintentionally break another feature.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small, focused changes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after each meaningful change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commits descriptive and atomic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Retest the complete happy path before submission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0"/>
          <p:cNvSpPr/>
          <p:nvPr/>
        </p:nvSpPr>
        <p:spPr>
          <a:xfrm>
            <a:off x="1192500" y="1006650"/>
            <a:ext cx="99155" cy="99350"/>
          </a:xfrm>
          <a:custGeom>
            <a:rect b="b" l="l" r="r" t="t"/>
            <a:pathLst>
              <a:path extrusionOk="0" fill="none" h="562" w="561">
                <a:moveTo>
                  <a:pt x="561" y="282"/>
                </a:moveTo>
                <a:cubicBezTo>
                  <a:pt x="561" y="432"/>
                  <a:pt x="438" y="561"/>
                  <a:pt x="281" y="561"/>
                </a:cubicBezTo>
                <a:cubicBezTo>
                  <a:pt x="129" y="561"/>
                  <a:pt x="0" y="432"/>
                  <a:pt x="0" y="282"/>
                </a:cubicBezTo>
                <a:cubicBezTo>
                  <a:pt x="0" y="123"/>
                  <a:pt x="129" y="0"/>
                  <a:pt x="281" y="0"/>
                </a:cubicBezTo>
                <a:cubicBezTo>
                  <a:pt x="438" y="0"/>
                  <a:pt x="561" y="123"/>
                  <a:pt x="561" y="282"/>
                </a:cubicBezTo>
                <a:close/>
              </a:path>
            </a:pathLst>
          </a:cu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1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Conclusion </a:t>
            </a:r>
            <a:endParaRPr sz="2500"/>
          </a:p>
        </p:txBody>
      </p:sp>
      <p:sp>
        <p:nvSpPr>
          <p:cNvPr id="783" name="Google Shape;783;p41"/>
          <p:cNvSpPr txBox="1"/>
          <p:nvPr>
            <p:ph idx="2" type="subTitle"/>
          </p:nvPr>
        </p:nvSpPr>
        <p:spPr>
          <a:xfrm>
            <a:off x="726825" y="1439850"/>
            <a:ext cx="5720700" cy="28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Project Takeaways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Personal Expense Tracker successfully demonstrates: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Core Python programming concepts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Functional application design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Input validation and program state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Modular functions and reusable logic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GitHub-based development</a:t>
            </a:r>
            <a:endParaRPr sz="1500"/>
          </a:p>
        </p:txBody>
      </p:sp>
      <p:sp>
        <p:nvSpPr>
          <p:cNvPr id="784" name="Google Shape;784;p41"/>
          <p:cNvSpPr/>
          <p:nvPr/>
        </p:nvSpPr>
        <p:spPr>
          <a:xfrm>
            <a:off x="7466210" y="3402035"/>
            <a:ext cx="105061" cy="100776"/>
          </a:xfrm>
          <a:custGeom>
            <a:rect b="b" l="l" r="r" t="t"/>
            <a:pathLst>
              <a:path extrusionOk="0" h="635" w="662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5" name="Google Shape;785;p41"/>
          <p:cNvGrpSpPr/>
          <p:nvPr/>
        </p:nvGrpSpPr>
        <p:grpSpPr>
          <a:xfrm>
            <a:off x="7465982" y="2633329"/>
            <a:ext cx="1215611" cy="2327215"/>
            <a:chOff x="7465982" y="2633329"/>
            <a:chExt cx="1215611" cy="2327215"/>
          </a:xfrm>
        </p:grpSpPr>
        <p:grpSp>
          <p:nvGrpSpPr>
            <p:cNvPr id="786" name="Google Shape;786;p41"/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787" name="Google Shape;787;p41"/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rect b="b" l="l" r="r" t="t"/>
                <a:pathLst>
                  <a:path extrusionOk="0" h="1446" w="568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41"/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rect b="b" l="l" r="r" t="t"/>
                <a:pathLst>
                  <a:path extrusionOk="0" h="1381" w="568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41"/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rect b="b" l="l" r="r" t="t"/>
                <a:pathLst>
                  <a:path extrusionOk="0" h="1229" w="504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41"/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rect b="b" l="l" r="r" t="t"/>
                <a:pathLst>
                  <a:path extrusionOk="0" h="871" w="352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41"/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rect b="b" l="l" r="r" t="t"/>
                <a:pathLst>
                  <a:path extrusionOk="0" h="871" w="353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1"/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rect b="b" l="l" r="r" t="t"/>
                <a:pathLst>
                  <a:path extrusionOk="0" h="1229" w="505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rect b="b" l="l" r="r" t="t"/>
                <a:pathLst>
                  <a:path extrusionOk="0" h="1381" w="569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1"/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rect b="b" l="l" r="r" t="t"/>
                <a:pathLst>
                  <a:path extrusionOk="0" h="1446" w="569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1"/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rect b="b" l="l" r="r" t="t"/>
                <a:pathLst>
                  <a:path extrusionOk="0" h="296" w="26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rect b="b" l="l" r="r" t="t"/>
                <a:pathLst>
                  <a:path extrusionOk="0" h="369" w="196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rect b="b" l="l" r="r" t="t"/>
                <a:pathLst>
                  <a:path extrusionOk="0" h="1238" w="503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rect b="b" l="l" r="r" t="t"/>
                <a:pathLst>
                  <a:path extrusionOk="0" h="389" w="352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1"/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rect b="b" l="l" r="r" t="t"/>
                <a:pathLst>
                  <a:path extrusionOk="0" h="2078" w="3134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1"/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rect b="b" l="l" r="r" t="t"/>
                <a:pathLst>
                  <a:path extrusionOk="0" h="1222" w="541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rect b="b" l="l" r="r" t="t"/>
                <a:pathLst>
                  <a:path extrusionOk="0" h="1065" w="505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rect b="b" l="l" r="r" t="t"/>
                <a:pathLst>
                  <a:path extrusionOk="0" h="686" w="439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41"/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rect b="b" l="l" r="r" t="t"/>
                <a:pathLst>
                  <a:path extrusionOk="0" h="677" w="403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41"/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rect b="b" l="l" r="r" t="t"/>
                <a:pathLst>
                  <a:path extrusionOk="0" h="850" w="648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41"/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rect b="b" l="l" r="r" t="t"/>
                <a:pathLst>
                  <a:path extrusionOk="0" h="913" w="82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rect b="b" l="l" r="r" t="t"/>
                <a:pathLst>
                  <a:path extrusionOk="0" h="893" w="87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41"/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rect b="b" l="l" r="r" t="t"/>
                <a:pathLst>
                  <a:path extrusionOk="0" h="181" w="411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41"/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rect b="b" l="l" r="r" t="t"/>
                <a:pathLst>
                  <a:path extrusionOk="0" h="491" w="253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41"/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rect b="b" l="l" r="r" t="t"/>
                <a:pathLst>
                  <a:path extrusionOk="0" h="714" w="712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rect b="b" l="l" r="r" t="t"/>
                <a:pathLst>
                  <a:path extrusionOk="0" h="103" w="245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41"/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rect b="b" l="l" r="r" t="t"/>
                <a:pathLst>
                  <a:path extrusionOk="0" h="1051" w="461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rect b="b" l="l" r="r" t="t"/>
                <a:pathLst>
                  <a:path extrusionOk="0" h="906" w="432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rect b="b" l="l" r="r" t="t"/>
                <a:pathLst>
                  <a:path extrusionOk="0" h="720" w="553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rect b="b" l="l" r="r" t="t"/>
                <a:pathLst>
                  <a:path extrusionOk="0" h="584" w="373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rect b="b" l="l" r="r" t="t"/>
                <a:pathLst>
                  <a:path extrusionOk="0" h="577" w="346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1"/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rect b="b" l="l" r="r" t="t"/>
                <a:pathLst>
                  <a:path extrusionOk="0" h="1016" w="425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1"/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rect b="b" l="l" r="r" t="t"/>
                <a:pathLst>
                  <a:path extrusionOk="0" h="786" w="698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8" name="Google Shape;818;p41"/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819" name="Google Shape;819;p41"/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rect b="b" l="l" r="r" t="t"/>
                <a:pathLst>
                  <a:path extrusionOk="0" h="669" w="240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1"/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rect b="b" l="l" r="r" t="t"/>
                <a:pathLst>
                  <a:path extrusionOk="0" h="475" w="2768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rect b="b" l="l" r="r" t="t"/>
                <a:pathLst>
                  <a:path extrusionOk="0" h="353" w="2582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1"/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rect b="b" l="l" r="r" t="t"/>
                <a:pathLst>
                  <a:path extrusionOk="0" h="1" w="2739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1"/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rect b="b" l="l" r="r" t="t"/>
                <a:pathLst>
                  <a:path extrusionOk="0" h="605" w="3294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1"/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rect b="b" l="l" r="r" t="t"/>
                <a:pathLst>
                  <a:path extrusionOk="0" h="203" w="3113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1"/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rect b="b" l="l" r="r" t="t"/>
                <a:pathLst>
                  <a:path extrusionOk="0" h="1769" w="2855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41"/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41"/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41"/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41"/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41"/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7" name="Google Shape;837;p41"/>
            <p:cNvSpPr/>
            <p:nvPr/>
          </p:nvSpPr>
          <p:spPr>
            <a:xfrm>
              <a:off x="8164165" y="26333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7865040" y="31168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2"/>
          <p:cNvSpPr txBox="1"/>
          <p:nvPr>
            <p:ph type="title"/>
          </p:nvPr>
        </p:nvSpPr>
        <p:spPr>
          <a:xfrm>
            <a:off x="3461250" y="2238000"/>
            <a:ext cx="22215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